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2" r:id="rId1"/>
  </p:sldMasterIdLst>
  <p:sldIdLst>
    <p:sldId id="256" r:id="rId2"/>
    <p:sldId id="272" r:id="rId3"/>
    <p:sldId id="273" r:id="rId4"/>
    <p:sldId id="262" r:id="rId5"/>
    <p:sldId id="257" r:id="rId6"/>
    <p:sldId id="258" r:id="rId7"/>
    <p:sldId id="259" r:id="rId8"/>
    <p:sldId id="260" r:id="rId9"/>
    <p:sldId id="261" r:id="rId10"/>
    <p:sldId id="263" r:id="rId11"/>
    <p:sldId id="264" r:id="rId12"/>
    <p:sldId id="265" r:id="rId13"/>
    <p:sldId id="266" r:id="rId14"/>
    <p:sldId id="270" r:id="rId15"/>
    <p:sldId id="271" r:id="rId16"/>
    <p:sldId id="267" r:id="rId17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7" d="100"/>
          <a:sy n="77" d="100"/>
        </p:scale>
        <p:origin x="18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748618E9-EE2D-4864-9EEE-58939BD4FB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17D1EC0-23FF-4FC8-B22D-E34878EAA4CC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AB929A7-258C-4469-AAB4-A67D713F7A8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A635CDB-2D00-49D5-B26E-0694A25000C7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4288D7A-F857-418D-92F2-368E841B9F27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1084F50-7F3C-4A4A-877E-FFD9EC7CD88B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31E64C1-F4C0-4A94-B319-BB1A0A2450B5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63D8374-8052-417F-AB69-B97EAC43D513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7750734-4D51-4019-A003-38A3DE49B434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1B693D1-DBA2-4D3B-9B37-D9EE8C4112F4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1BCD3EA8-E4C0-4AF6-817F-F9F29157A499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A170FB3-B397-4AC9-85FD-65388F26D90A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E5EC0B9-49C7-4777-AEC5-B5EF8DE40498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902048B-30F7-4434-87A5-140F9BB4BEB1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0500A6E2-A41C-4751-8A4E-9A0C5718D930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C259517-7BE7-45F9-81C0-3A6362BF143C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90652F56-7B71-42B2-AB68-22204A6DF177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1059830E-1C3D-4D42-8789-524971CB465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53325A7-86D3-4B52-A7E3-ADDF408B406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6D53F46F-EC12-484C-A4E7-791E57687AC1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64ED9CA-8950-47B8-A9ED-22B45CE15FB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4429F7B-9FD7-438F-8ECA-3FCAD006180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C558100-D455-4B41-890C-BCC898B2D16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F2886397-398A-4318-BE16-2CBAC1902F9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D32A3A6-CE6E-4ABD-8522-2C8DC88C070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F9014C09-5B84-4798-8BDE-C80D76E67B8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2A29EB9E-ED9D-4C69-8A26-9A7A0A83056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AA2899F9-1795-416F-8F3D-26EEB684DB6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E3043474-8625-495C-BD06-3627FD286C5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D432CE47-7631-408E-8DDC-79EE378B707B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B2C8832D-8B8D-4036-B913-2D363143274B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1CCEFEAF-E87B-4FF2-A947-94CABAA0610D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43A7CD3-94E1-42A9-BAB7-2AFCD9FCBD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1078" y="722903"/>
            <a:ext cx="10495904" cy="246077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67609B-8FD3-4FF7-8EBC-6619CA868B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1078" y="3428997"/>
            <a:ext cx="10495904" cy="2306639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39" name="Right Triangle 38">
            <a:extLst>
              <a:ext uri="{FF2B5EF4-FFF2-40B4-BE49-F238E27FC236}">
                <a16:creationId xmlns:a16="http://schemas.microsoft.com/office/drawing/2014/main" id="{2437C4A8-8E3A-4ADA-93B9-64737CE1A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C7A76F-3401-4F50-AE85-8F2AA247B9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F02E50-D34E-4DD4-8B3B-55D08F25F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91078" y="236364"/>
            <a:ext cx="4114800" cy="41712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B53B71-D2FA-4DDC-9C9C-E26F7B591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6748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D8D6B-70A2-430A-9F5D-DA093D8C1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4A2845-6CA6-4745-A951-25B8D5319D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049424-7A20-4BA1-9F60-671A5DBB3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BD2B2-E17F-402E-8EA3-5C7C1118A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D23070-8658-4AC0-B2A3-4BE605A84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6463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A69DB7AC-F7D7-430A-A2A7-CD3EBBF1D3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66AAF10E-F092-4160-BF4A-FF568555B790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6341C04-9B94-4385-A661-7B8C1700049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C1D709-6A0F-409C-B2D0-C248E562265E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999BE53-BA11-4B67-BFBB-6281DB50C75D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B662D93-31C1-4DFB-A938-E631F89AA9F0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7ECC8DA-0BEC-4508-89D4-12FA35B481F5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7DC8E6C-1B78-4B89-82DD-BBA778CD1482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8E5F54A-0315-4B15-B865-1F0460526260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DD7F352-DE39-4835-8D3F-69CDEC490F1E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9D6F20A-F777-4F41-B23B-735A64FA5DA3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1BBADBA-0F74-418B-BC50-AD44596C3EF8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918BE26-88E5-457C-8095-745F34D15366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FB269E0-E058-4340-B93D-7D40FFF521F3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DDD9AEE-5501-4385-B339-4616F567B53D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84D29C61-8926-4C98-882B-AB90108C8386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AC585F9-B633-4F7E-AADE-75079DC17158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5DC6366-5525-4FBC-9886-D4409F6B299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7CC03CF9-098C-4140-806A-023D3DC3F2E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9C41BC4-89DF-4EC4-A141-9EF16D8EEB5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32AD067-E64C-499E-9C0A-A7252587441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653DD54-FA2B-4B91-A94E-3C46AE21B38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86AC204-156B-442E-B028-01036BD1F26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303512DE-F013-431A-9F6E-ADDA88FB2DD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8E95FEE1-61A9-4065-B9F8-5589180AC62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028AA59-C1FA-46C0-BFDD-1C1D3404C81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A5C99EE-B791-470A-8639-0357A751EB4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454F4204-F48B-4AF5-B11E-0CE7D972AC3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076643FE-3966-4B82-9623-C61A56EDD20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2DD769C5-B1B1-45BD-A40A-67E6568C8434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2A511707-50C7-48B2-81F7-5C82BF57795C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38D44F3-CCFE-48A0-8414-FFF5E43D9184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D126FE0-8204-40BB-AD46-4A0C7A475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18115"/>
            <a:ext cx="10312571" cy="278150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25E350-4200-419C-A167-527DD6B777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1078" y="3753350"/>
            <a:ext cx="10312571" cy="1991572"/>
          </a:xfrm>
        </p:spPr>
        <p:txBody>
          <a:bodyPr/>
          <a:lstStyle>
            <a:lvl1pPr marL="0" indent="0">
              <a:buNone/>
              <a:defRPr lang="en-US" sz="240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Right Triangle 38">
            <a:extLst>
              <a:ext uri="{FF2B5EF4-FFF2-40B4-BE49-F238E27FC236}">
                <a16:creationId xmlns:a16="http://schemas.microsoft.com/office/drawing/2014/main" id="{6741F519-22CF-4C01-B140-5480DBAB30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5D1550-9064-4767-B70A-3501AF956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1E1C33-2E8E-4041-9683-12048CB8A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D36992-B921-4F3F-9C4A-0D67E618D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618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CFDF5-4B31-4F1B-83BA-82A951037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3"/>
            <a:ext cx="10312571" cy="13548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4EC9A6-F718-4497-8A75-637EE17458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1078" y="2345843"/>
            <a:ext cx="5009584" cy="3274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503E57-9695-4508-9778-B3DB1FB5FA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35075" y="2345843"/>
            <a:ext cx="5068574" cy="3274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74CEE6-B9DC-4CCC-8F4C-0B4DADFB01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C85191-5804-47C9-95EB-D49D71573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6B0A03-44F6-4299-B45D-E07A02390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3498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6920E6-CC97-4BD8-92FE-8F36024D0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0"/>
            <a:ext cx="10320062" cy="14075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3872FB-EDD5-42FB-8A9A-279EAD4FB0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1078" y="2331481"/>
            <a:ext cx="4963444" cy="540072"/>
          </a:xfrm>
        </p:spPr>
        <p:txBody>
          <a:bodyPr anchor="b"/>
          <a:lstStyle>
            <a:lvl1pPr marL="0" indent="0">
              <a:buNone/>
              <a:defRPr sz="24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5F28C1-95C8-476A-8D93-D580DD39D8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1078" y="2954564"/>
            <a:ext cx="4963444" cy="27903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315485-EE1A-41B0-873A-BA9D06E88B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03351" y="2331481"/>
            <a:ext cx="4900298" cy="540072"/>
          </a:xfrm>
        </p:spPr>
        <p:txBody>
          <a:bodyPr anchor="b"/>
          <a:lstStyle>
            <a:lvl1pPr marL="0" indent="0">
              <a:buNone/>
              <a:defRPr sz="24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581A6FB-1583-4A1B-A4A7-C65062C57B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03351" y="2954564"/>
            <a:ext cx="4900298" cy="27903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A29EA7-E61E-4617-9DA9-40B9299B328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587" y="6215870"/>
            <a:ext cx="3843779" cy="417126"/>
          </a:xfrm>
        </p:spPr>
        <p:txBody>
          <a:bodyPr/>
          <a:lstStyle/>
          <a:p>
            <a:fld id="{8F72BA41-EC5B-4197-BCC8-0FD2E523CD7A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6249CC-EB72-46A6-87D9-5FBDA8E45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91078" y="236364"/>
            <a:ext cx="4114800" cy="41712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A04EE7-47BE-4ECE-A170-793C4E569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4337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E4946-24AD-40DD-95A7-49BA49C22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3"/>
            <a:ext cx="10501177" cy="1401231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8CF342-49F6-482D-943E-7E50B1694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4033E5-3797-4FF8-866F-9FD9325A9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91078" y="236364"/>
            <a:ext cx="4114800" cy="417126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DC1E67-424D-4638-98F8-38E71A410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8604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45BED274-5EB4-4EF4-B353-E55BD50265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0418BE5-560E-4E49-B12D-B555511FED72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849D1162-73B9-420F-BCBE-95039D00CD24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2BA76FE-316A-48E2-A03B-4E05691C4348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E678FBC-A6AD-4422-BA24-A4172F8862CA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D3C5C3E-2D08-43F0-AFAC-E15360CA7D34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0BEAC62-AF92-4A65-9790-6F6E0C6C5A1F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C77D7C5-E76E-4E82-BFC4-9A75D2C8089D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66E0152-96B9-4067-80D3-D9BDE6D7EC95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918AFCC-B9DA-4092-8FBA-2CFEDB0388E3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1EC7D33-C87E-4812-A722-53C5D99272B5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95F239E3-501A-4C3C-9BE4-6BFA0D3126B7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B62BF3B-95BB-4188-AAE5-015A0EF3D186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14E5F0F-0124-40D0-A0BF-AE307A0E15F4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BADC3B1-26C7-4CF1-B29D-4D0DEA3E2633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0A7DF6E-1132-4A80-9B18-593B1ACD7784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EF19589-10D8-4A8F-A0B1-F7CE380E3001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8E6BB32-C4F8-4914-88D3-7DC5E79D023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8F046EE-9DBA-4924-A19C-ED8741F5F81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AABBC44-ABA8-4913-824E-64D344724644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4272B22-1C39-47A0-8551-73666AFBEEC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8CDFF66-464C-4ABF-BB01-00500A3B751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079FC88-BD3B-4C04-9B90-0FC93C17921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B1FCAED8-8687-4141-A7C3-0D88ACEDFEC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65038E6-7B32-460F-B804-D6C105FF44C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C5DAE85-AD17-454B-AB64-CEFF52FDAB9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8C603643-2066-4967-AE4B-9DA143843B2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437E9533-9B07-43E3-B939-7BADC01FEE8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EDCCAAEE-AB2E-4534-893A-3DB109499FB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48BD39A2-970F-4714-AAA6-67EE99A0EAA9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F4A1387-348B-4E46-9B65-FDF76ED0EF20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F5DAF27-A54D-442A-93E4-BA7F04EAE379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2EA265F-80A1-448D-A6EB-CE8D6F6EC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15D00D-89E6-4E7A-9A4D-A8CCEB3BE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2B5AEA-8C38-4776-878C-AB01474D9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5439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ight Triangle 39">
            <a:extLst>
              <a:ext uri="{FF2B5EF4-FFF2-40B4-BE49-F238E27FC236}">
                <a16:creationId xmlns:a16="http://schemas.microsoft.com/office/drawing/2014/main" id="{C4853C57-22BC-4465-8B37-DC06FE5A0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2" y="314485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67C0A6-48E9-4845-9EBF-EF2A3DFD27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87" y="713677"/>
            <a:ext cx="4499914" cy="2996581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A8B542-2084-485C-ABFC-94340B4C7E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8672" y="708102"/>
            <a:ext cx="5656716" cy="543064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47791F-9546-470D-A174-D75285263C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3587" y="3976544"/>
            <a:ext cx="4499914" cy="2162201"/>
          </a:xfrm>
        </p:spPr>
        <p:txBody>
          <a:bodyPr>
            <a:normAutofit/>
          </a:bodyPr>
          <a:lstStyle>
            <a:lvl1pPr marL="0" indent="0">
              <a:buNone/>
              <a:defRPr lang="en-US" sz="2400" b="0" i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Clr>
                <a:schemeClr val="tx2">
                  <a:lumMod val="50000"/>
                  <a:lumOff val="50000"/>
                </a:schemeClr>
              </a:buClr>
              <a:buSzPct val="75000"/>
              <a:buFont typeface="Wingdings" panose="05000000000000000000" pitchFamily="2" charset="2"/>
              <a:buNone/>
            </a:pPr>
            <a:r>
              <a:rPr lang="en-US"/>
              <a:t>Click to edit Master text styles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550D594-9D00-4E12-9A7B-8B78EC199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5DEA230-2680-47DD-BD49-FDBF4C1105A5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0BA61D-887F-46F1-B20D-EA4C38D467C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350DFBA-D16D-4AE0-8339-58C4089B94AD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F4AAAA5-CEFC-4C25-91D3-5AE49F720DA5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4D142AD-3FA3-43E4-8A61-61CF1E415684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C3755A3-93F4-4EC4-9635-7E89E4AF1D3F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E0BFB588-0AB8-4BD8-9272-1CA867726018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45A6DF3-CF29-4480-A235-EAE88D65A63C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D6FF036-365A-4C15-8E15-0D5BBEBCEA58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85E76FF-4E86-4E42-B67E-B11AAE8D3076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1A64CEE-7CED-4EB2-A414-6F2D91E824F9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12C571B-47A6-49EB-A29F-678368BAED9F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160B109-845C-4119-BB66-9887B3859A7D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68B7447-FF64-42D9-B3C6-2BDC6F547EDE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FFF9B71-8653-450D-AFBE-2140D586FB50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F0B9E5A-C1DA-445C-A911-721DF98DDCDD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F5C9A3DC-A478-4469-9359-34A435689F3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7DE3299-EED7-4771-A270-F6B02941AD6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434422A-5B59-41DC-8E2A-1A8244580E3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A176117-0990-434B-A9D9-B4B9043C544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A7D6425E-C84A-462F-98F8-D0AB4FC3AF8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AF13AB68-7321-4AC2-AC60-0F417877D07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E275CCE-D06F-49D0-8A47-372C5040330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9D4B374E-EEBC-4A9C-B3B4-B269EC71985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2D80A7E6-BBEF-4EF1-B14A-29F26BFCF8E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D7BC013-9B50-459D-8B8D-F756514A478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E48964C0-675D-4807-B795-4B695A8F842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6911512-51A8-4CE7-A043-425C809EB5F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3C15D1E-0EDF-4AD7-90C7-3D8D64E645DB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8265A2D-2A6A-4301-B59F-8BAD98D9A57B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D4A4907F-2D1D-49D1-882D-119AA5E1183B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6A2284-37AB-43F5-98B8-8AB49DBFA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D8ABAA-E2F7-4C89-99ED-2C340220D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52EF12-B2CD-4F3C-9F19-A86915405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5856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0DDA6865-0A03-48FA-AD6E-D5BF8FDE92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277E8EB-0DA2-40E4-AD12-1CCD0D262D0B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75BFE9F8-907A-4FFC-9FDE-2B51D238C40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BDDC323-8732-4007-BB81-1BE917E3B2FF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908FC40-8403-438D-95CA-E4EDC66192A9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411D218-3FEA-4455-9809-91F029FB55AE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A541390F-BE50-4E4E-9DA2-B5F23F1A93D8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0EB3F094-97B5-48E1-A4DE-8BEED2550283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D4DBB43-CB34-4881-9445-A7FE131D5327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B71F972-027A-47F0-996C-84BFE4574050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3C41353D-93C8-43F8-BBDE-7AB6B29EC38C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CF07B24-CBD8-4F09-81EB-504285F8E115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27873BB-1D79-4055-801C-BDA0F9A15136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8008D42B-2F35-497E-A26D-9AF008619D43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7F57499-C4D9-4B7D-BADA-38462AA3164E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1271F2B9-1FFA-4350-9370-B098459A2324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8FBAFFC-DC8F-4BB4-B405-E4AAA269AED4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F94FCE64-D7A5-411A-8795-932DD39F952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0B4ECFC-FD43-44CF-B7FA-2A8C5651400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9DFBC12-1E1D-44DE-9966-BAB05B24663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B9BEF096-361C-478B-81EB-37584119BFE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FC81993-CE86-4910-B9CE-B69375BDCEE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475613D7-9FB0-4D33-8784-EC059DE019C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D520AFD9-E849-4F42-99B2-928E6098C29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A200B0B-91CD-4D66-ADFC-9585D283103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5DB0C45-30CE-4C85-95C6-FFF4977C646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BDC31604-5F93-436D-A9D2-A48846D4E0D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FF1B965-7DE1-4AE3-B28B-DB6847BC52C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FD9FB65-4392-4D6A-8ACC-8151F682BFE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B40380C-3493-4AFE-BF13-AE68A8D244B4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CB21DF1-4859-4991-9C10-F8FA68F41013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354AD212-17DC-4506-AAA0-34A46A0B11C3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5B556E7-762B-4E18-A961-A4F7A9ECF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87" y="713677"/>
            <a:ext cx="4434823" cy="3020519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7118AF-C54D-406D-AABE-AED6576D12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698672" y="713677"/>
            <a:ext cx="5304977" cy="543064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Right Triangle 39">
            <a:extLst>
              <a:ext uri="{FF2B5EF4-FFF2-40B4-BE49-F238E27FC236}">
                <a16:creationId xmlns:a16="http://schemas.microsoft.com/office/drawing/2014/main" id="{205CDEB9-8DED-4711-8140-4C943FC2CD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3" y="3143304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E13C3F-6360-4760-9477-C3831A6E26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3587" y="3970330"/>
            <a:ext cx="4434823" cy="2173992"/>
          </a:xfrm>
        </p:spPr>
        <p:txBody>
          <a:bodyPr/>
          <a:lstStyle>
            <a:lvl1pPr marL="0" indent="0">
              <a:buNone/>
              <a:defRPr lang="en-US" sz="2400" b="0" i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192D3B-60EE-4FC5-9ED7-444530084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CF831E-9B19-4936-8BC9-F62A9B118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71E1D1-F7A2-40D0-91DA-07468A965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25627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BD70F-ACE4-4595-845E-2296BDF83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978CD9-E0B5-4B48-8366-91E6D22C9F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FAF4B4-44D3-4E29-B235-A1B8682077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D7BA37-9639-480E-84AB-EA277225C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FC658-154E-48DE-AD31-813E5170C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9832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65405209-5179-4359-91ED-1B1A46619A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E32344F-3BE0-4CE8-B1BD-9ABD425E1C0D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99DE306-F4FB-4730-A066-ADF38D73956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CB32885-303F-477F-A081-27425944F230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60C0C0B-4CD0-467D-A382-2B2415102C48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788DF0F-327F-43A5-AB71-3D32053D83CA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98A0902-2662-4911-A532-AA6310861479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ABDA4F7-23F4-46D1-8B7E-A21DD84083E1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7FC9FC2-8808-438E-8FFB-5FE416BFB5C8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04694E5-71F9-4210-9BE8-FC12CC177BD3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B37E805-A7E5-4906-B0C5-1373F3DA9628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A4CD964-FBD6-41AB-8A02-9509A2BAC11F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9CD7FF8-E827-4E0A-BCE2-CCB34EDAC0FC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C4AD6BB-F1EE-4FB8-96E8-6890447800EC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FE935057-E0A3-4DAE-B9C8-6E818D7A7205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308DDF69-1C14-453C-BC3A-37D3FE69DFC7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6C26D82-15BA-4B2E-A42D-2ECA8012D307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7F73B67-E5E9-4000-91DA-034B2127EFD2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AFAC1B5-F0DD-4FC0-B4C9-77CB29DF442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9ACB3DB-54B2-4CEE-A791-C6FC6C758DA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8324004-1030-47D9-B817-425FF6ECCEC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AA001C4-81AB-4FA6-ADAA-C8618056353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8D1DAD34-7844-4F16-9874-F51F2A23B9E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77DCBC6D-1BDA-4CB1-A3EC-59F240C8FA1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5B3C1A0-58E7-47E4-831B-CF3EE21D1E9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08A09FAA-E123-4FE4-B67A-9EBDE1A3130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317B7C6-C816-4A58-B184-135E4FD19F5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4D22ABB-4CE8-47DC-80BF-39B3E4CF704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3A17DE37-A292-4031-AF42-CDB00A13EE7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73EF673-CB75-435F-9BF3-7594EC3ADF8F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D35F4581-15F6-47EE-87D0-1132A093DBA5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565CF984-F5BD-45C4-9A12-B02DB4F044E1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Right Triangle 38">
            <a:extLst>
              <a:ext uri="{FF2B5EF4-FFF2-40B4-BE49-F238E27FC236}">
                <a16:creationId xmlns:a16="http://schemas.microsoft.com/office/drawing/2014/main" id="{ACE66A86-8455-497B-9CA4-F460A19E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8900000">
            <a:off x="7770390" y="-287370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5868C62B-71EF-4824-9EE8-6CAE179842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707774" y="715616"/>
            <a:ext cx="3295876" cy="502659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43E4C8-4AA9-49D7-BF71-1AB5F2CFE1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3588" y="715616"/>
            <a:ext cx="6770448" cy="502659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7898B3-014E-440B-BA4E-1063392128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C22643-CE63-4C3E-B437-5A1A5EF91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1CE5E-160A-4B37-94E2-3D9DC75BF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5855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BDF0D99C-5D42-41C6-A50C-C4E2D6B2A3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5F28962D-50BA-43F8-8863-28ECE711D3FC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80F5939-D4E0-46FD-9A5A-5D648E381092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8633D331-78CB-40A1-B167-8185EC5D707B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C512E4B1-E78E-49E7-AA36-374CC1B084E4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A7D46340-CBFC-490F-B44E-7AA8FBF58B05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3575C26C-3EBD-4AA9-BA4D-2561E295D65D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235DB6BE-E065-4559-BF5C-36B56B379040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3DA54272-CD9D-4F68-BBAB-4F0C0C3EC635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A002CE8F-9256-4F2C-B474-58873717119E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59C9DE9F-4252-401D-913E-B74C9E326F98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8FE4E69B-534F-4A80-9E1C-798BEE1B0795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27564E1C-009C-4832-AE8D-E98286693F0C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305DF1C-5801-43F2-A8B9-5351369418C0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806E71C8-0783-4E17-9B34-F51231DD2954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FD908F17-2A89-4B0A-A2EA-692390969FE0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FBE22751-380F-44F9-BEED-0A553CF87BE5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77B27910-846F-4E4E-B588-F5B2E026FE9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E6E0501E-134E-46D7-984F-3A382B0BB29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90A83974-CBD7-4A69-9D84-2D3BBDE027A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503E931-00D4-4B0C-BC69-49FE5C76651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7732A30-BE2F-4D71-BC37-60F7B44591B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0C8EB840-DE7D-4E67-989C-F4D8F50E15B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05D2CC2-53CC-487E-A72E-42B1E9B1846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03A12D6B-1D60-4F26-8FB9-74AD5B070BD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41895D00-2D63-443C-95A8-5EB6E5EECBF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6AC50652-2A56-4382-95D0-971644EE0FA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DA50A374-8880-482D-B54F-F74E0D7BE18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C66364D8-CCC7-4AAF-94BC-766EC160D99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4A0DC409-26E2-4453-89FD-745EA849BE7F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239ED039-D66C-4A5E-AA35-E7A5FA2E64C2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72C13DC-161E-49CF-96B5-5383AA052AB7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103067-48DA-458C-99F6-9921C19A8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1"/>
            <a:ext cx="10325000" cy="14424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B86862-507E-4F73-890F-3B77BCFA3F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1079" y="2340131"/>
            <a:ext cx="10325000" cy="35644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FBC0BB-AF05-4753-9159-41A16FBFC3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3587" y="6215870"/>
            <a:ext cx="3843779" cy="417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72BA41-EC5B-4197-BCC8-0FD2E523CD7A}" type="datetimeFigureOut">
              <a:rPr lang="en-US" smtClean="0"/>
              <a:pPr/>
              <a:t>1/15/2026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362F82-EA1A-4B02-8A64-3B44C0D9DA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91078" y="236364"/>
            <a:ext cx="4114800" cy="417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C5EF32-1CA9-4CDA-8182-2FB0C30A0F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3649" y="6215870"/>
            <a:ext cx="979151" cy="417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15108C-154A-4A5A-9C05-91A49A422BA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ight Triangle 6">
            <a:extLst>
              <a:ext uri="{FF2B5EF4-FFF2-40B4-BE49-F238E27FC236}">
                <a16:creationId xmlns:a16="http://schemas.microsoft.com/office/drawing/2014/main" id="{63BAC6E0-ADAC-40FB-AF53-88FA5F8373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4" y="1516214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75249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18" r:id="rId2"/>
    <p:sldLayoutId id="2147483719" r:id="rId3"/>
    <p:sldLayoutId id="2147483720" r:id="rId4"/>
    <p:sldLayoutId id="2147483721" r:id="rId5"/>
    <p:sldLayoutId id="2147483715" r:id="rId6"/>
    <p:sldLayoutId id="2147483711" r:id="rId7"/>
    <p:sldLayoutId id="2147483712" r:id="rId8"/>
    <p:sldLayoutId id="2147483713" r:id="rId9"/>
    <p:sldLayoutId id="2147483714" r:id="rId10"/>
    <p:sldLayoutId id="2147483716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1800" kern="1200">
          <a:solidFill>
            <a:schemeClr val="tx2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3" name="Rectangle 8">
            <a:extLst>
              <a:ext uri="{FF2B5EF4-FFF2-40B4-BE49-F238E27FC236}">
                <a16:creationId xmlns:a16="http://schemas.microsoft.com/office/drawing/2014/main" id="{A173122F-D466-4F08-90FA-0038F7AC21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45" name="Group 10">
            <a:extLst>
              <a:ext uri="{FF2B5EF4-FFF2-40B4-BE49-F238E27FC236}">
                <a16:creationId xmlns:a16="http://schemas.microsoft.com/office/drawing/2014/main" id="{55FA838A-0E6E-4C88-AD16-9F85F559A8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776151C-B860-4795-BFFE-F03EA5ED1D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12">
              <a:extLst>
                <a:ext uri="{FF2B5EF4-FFF2-40B4-BE49-F238E27FC236}">
                  <a16:creationId xmlns:a16="http://schemas.microsoft.com/office/drawing/2014/main" id="{E09A6CDA-1F80-461D-8F38-7CB1291434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CCDB1976-3A6B-4C16-97AC-67C7921865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CA8B170-F785-4124-87F7-3572171AFC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79AF682-A8D7-4472-A839-942C27784F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17C796E0-2433-4EC2-BC73-AE164D10E3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30062F3-843F-4526-900A-D2E2087935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DCB46FC-1F32-4277-859B-CA43B63EC6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9A8221B7-2F05-4B1C-86FD-19584DC95D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A2AF832F-AB88-42C7-B2F7-4BF3659A5F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9BC4C10-0437-44D7-9B16-5D65CBDE5B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B3635B49-FBB3-46C2-9DF8-CF0075EE3C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1C6703F5-894D-4289-97F5-E57DD4092C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4005768-6A84-42F3-B812-F73EFC6A34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25">
              <a:extLst>
                <a:ext uri="{FF2B5EF4-FFF2-40B4-BE49-F238E27FC236}">
                  <a16:creationId xmlns:a16="http://schemas.microsoft.com/office/drawing/2014/main" id="{E9764DCF-F546-4CF1-AD5D-48FC346319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D4A8437-E10D-4D18-8C3F-DA4A6CF4F4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A16393C-72E3-4119-8F85-2BE2F3335F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CE950CD-0BA2-4E8E-8A28-238F5A128D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044E765B-48B0-4E85-8F07-5A919C71D1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DB66722-3EF0-4F8A-9DC8-78E0707CB9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8AF9B387-70F9-4CAC-A228-6CE60EC3F5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27FA5C8-229C-44FF-B402-6F923E45C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EBC897A-E45F-4C79-AF98-0822C279AC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5AB8DD1-BC74-473C-A3BD-D8FB548B5F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77BBCDF-045D-48C1-A45C-BEEB892B36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043A2613-A9FC-4330-8BF0-AF8AA2A23B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F06C82F6-F384-4FF8-8C8D-E2E8C4F3E0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A1AD9FE-6990-40AF-BA95-B0CB398A44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A32048C-7FE5-4B3D-9FC0-C544A1217D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81D93C9-C94C-4F4C-97DA-01D1AF5E97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E1596736-466A-49D2-9B3C-FC567257CB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Başlık 1">
            <a:extLst>
              <a:ext uri="{FF2B5EF4-FFF2-40B4-BE49-F238E27FC236}">
                <a16:creationId xmlns:a16="http://schemas.microsoft.com/office/drawing/2014/main" id="{4CABAFAC-26DB-5F66-D685-F06185D630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1078" y="3439314"/>
            <a:ext cx="10809844" cy="1608021"/>
          </a:xfrm>
        </p:spPr>
        <p:txBody>
          <a:bodyPr anchor="t">
            <a:normAutofit/>
          </a:bodyPr>
          <a:lstStyle/>
          <a:p>
            <a:r>
              <a:rPr lang="tr-TR"/>
              <a:t>GMT-458</a:t>
            </a:r>
            <a:endParaRPr lang="tr-TR" dirty="0"/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108BFB7A-87DC-5B83-1BDA-65E0A51A5F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86744" y="5067957"/>
            <a:ext cx="4414178" cy="1075444"/>
          </a:xfrm>
        </p:spPr>
        <p:txBody>
          <a:bodyPr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lang="tr-TR" dirty="0"/>
              <a:t>Full </a:t>
            </a:r>
            <a:r>
              <a:rPr lang="tr-TR" dirty="0" err="1"/>
              <a:t>Stack</a:t>
            </a:r>
            <a:r>
              <a:rPr lang="tr-TR" dirty="0"/>
              <a:t> Web </a:t>
            </a:r>
            <a:r>
              <a:rPr lang="tr-TR" dirty="0" err="1"/>
              <a:t>Gis</a:t>
            </a:r>
            <a:r>
              <a:rPr lang="tr-TR" dirty="0"/>
              <a:t> Project</a:t>
            </a:r>
          </a:p>
          <a:p>
            <a:pPr algn="r">
              <a:lnSpc>
                <a:spcPct val="100000"/>
              </a:lnSpc>
            </a:pPr>
            <a:r>
              <a:rPr lang="tr-TR" dirty="0"/>
              <a:t>Emirhan Bıçkıcı</a:t>
            </a:r>
          </a:p>
          <a:p>
            <a:pPr algn="r">
              <a:lnSpc>
                <a:spcPct val="100000"/>
              </a:lnSpc>
            </a:pPr>
            <a:r>
              <a:rPr lang="tr-TR" dirty="0"/>
              <a:t>2210674004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7A568F-7A10-6EB5-2710-A57D8D5612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8335" b="20191"/>
          <a:stretch>
            <a:fillRect/>
          </a:stretch>
        </p:blipFill>
        <p:spPr>
          <a:xfrm>
            <a:off x="-6214" y="10"/>
            <a:ext cx="12214825" cy="3267587"/>
          </a:xfrm>
          <a:custGeom>
            <a:avLst/>
            <a:gdLst/>
            <a:ahLst/>
            <a:cxnLst/>
            <a:rect l="l" t="t" r="r" b="b"/>
            <a:pathLst>
              <a:path w="12214825" h="3383384">
                <a:moveTo>
                  <a:pt x="12213819" y="0"/>
                </a:moveTo>
                <a:cubicBezTo>
                  <a:pt x="12213819" y="29107"/>
                  <a:pt x="12214067" y="89770"/>
                  <a:pt x="12214502" y="174101"/>
                </a:cubicBezTo>
                <a:lnTo>
                  <a:pt x="12214825" y="234681"/>
                </a:lnTo>
                <a:lnTo>
                  <a:pt x="12214825" y="2718323"/>
                </a:lnTo>
                <a:lnTo>
                  <a:pt x="11377417" y="2725712"/>
                </a:lnTo>
                <a:cubicBezTo>
                  <a:pt x="7318291" y="2799276"/>
                  <a:pt x="6189525" y="3387660"/>
                  <a:pt x="3246747" y="3383361"/>
                </a:cubicBezTo>
                <a:cubicBezTo>
                  <a:pt x="2493396" y="3382260"/>
                  <a:pt x="1619330" y="3339570"/>
                  <a:pt x="544071" y="3235389"/>
                </a:cubicBezTo>
                <a:lnTo>
                  <a:pt x="19466" y="3181198"/>
                </a:lnTo>
                <a:cubicBezTo>
                  <a:pt x="22117" y="2650999"/>
                  <a:pt x="12840" y="2122787"/>
                  <a:pt x="3563" y="1594575"/>
                </a:cubicBezTo>
                <a:lnTo>
                  <a:pt x="0" y="1239098"/>
                </a:lnTo>
                <a:lnTo>
                  <a:pt x="0" y="7944"/>
                </a:lnTo>
                <a:close/>
              </a:path>
            </a:pathLst>
          </a:custGeom>
        </p:spPr>
      </p:pic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DB537E44-9142-4F0D-A29D-C1409784F2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79641" y="3682052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39012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C1A8642-388F-5C4E-0CF4-996DECB08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-120967"/>
            <a:ext cx="10325000" cy="1442463"/>
          </a:xfrm>
        </p:spPr>
        <p:txBody>
          <a:bodyPr/>
          <a:lstStyle/>
          <a:p>
            <a:r>
              <a:rPr lang="tr-TR" dirty="0" err="1"/>
              <a:t>Summary</a:t>
            </a:r>
            <a:r>
              <a:rPr lang="tr-TR" dirty="0"/>
              <a:t> of </a:t>
            </a:r>
            <a:r>
              <a:rPr lang="tr-TR" dirty="0" err="1"/>
              <a:t>the</a:t>
            </a:r>
            <a:r>
              <a:rPr lang="tr-TR" dirty="0"/>
              <a:t> Project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1FF4BB4F-661B-89EF-AF21-CE02CCF8CF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1079" y="1450783"/>
            <a:ext cx="10325000" cy="3772570"/>
          </a:xfrm>
        </p:spPr>
        <p:txBody>
          <a:bodyPr>
            <a:noAutofit/>
          </a:bodyPr>
          <a:lstStyle/>
          <a:p>
            <a:r>
              <a:rPr lang="en-US" dirty="0"/>
              <a:t>A small web app for reporting issues on </a:t>
            </a:r>
            <a:r>
              <a:rPr lang="en-US" dirty="0" err="1"/>
              <a:t>Hacettepe</a:t>
            </a:r>
            <a:r>
              <a:rPr lang="en-US" dirty="0"/>
              <a:t> University </a:t>
            </a:r>
            <a:r>
              <a:rPr lang="en-US" dirty="0" err="1"/>
              <a:t>Beytepe</a:t>
            </a:r>
            <a:r>
              <a:rPr lang="en-US" dirty="0"/>
              <a:t> Campus</a:t>
            </a:r>
            <a:r>
              <a:rPr lang="tr-TR" dirty="0"/>
              <a:t>.</a:t>
            </a:r>
          </a:p>
          <a:p>
            <a:r>
              <a:rPr lang="tr-TR" dirty="0" err="1"/>
              <a:t>Clicking</a:t>
            </a:r>
            <a:r>
              <a:rPr lang="tr-TR" dirty="0"/>
              <a:t> on </a:t>
            </a:r>
            <a:r>
              <a:rPr lang="tr-TR" dirty="0" err="1"/>
              <a:t>the</a:t>
            </a:r>
            <a:r>
              <a:rPr lang="tr-TR" dirty="0"/>
              <a:t> </a:t>
            </a:r>
            <a:r>
              <a:rPr lang="tr-TR" dirty="0" err="1"/>
              <a:t>map</a:t>
            </a:r>
            <a:r>
              <a:rPr lang="tr-TR" dirty="0"/>
              <a:t> </a:t>
            </a:r>
            <a:r>
              <a:rPr lang="tr-TR" dirty="0" err="1"/>
              <a:t>to</a:t>
            </a:r>
            <a:r>
              <a:rPr lang="tr-TR" dirty="0"/>
              <a:t> </a:t>
            </a:r>
            <a:r>
              <a:rPr lang="tr-TR" dirty="0" err="1"/>
              <a:t>create</a:t>
            </a:r>
            <a:r>
              <a:rPr lang="tr-TR" dirty="0"/>
              <a:t> a marker </a:t>
            </a:r>
            <a:r>
              <a:rPr lang="tr-TR" dirty="0" err="1"/>
              <a:t>to</a:t>
            </a:r>
            <a:r>
              <a:rPr lang="tr-TR" dirty="0"/>
              <a:t> </a:t>
            </a:r>
            <a:r>
              <a:rPr lang="tr-TR" dirty="0" err="1"/>
              <a:t>report</a:t>
            </a:r>
            <a:r>
              <a:rPr lang="tr-TR" dirty="0"/>
              <a:t> an </a:t>
            </a:r>
            <a:r>
              <a:rPr lang="tr-TR" dirty="0" err="1"/>
              <a:t>issue</a:t>
            </a:r>
            <a:endParaRPr lang="tr-TR" dirty="0"/>
          </a:p>
          <a:p>
            <a:r>
              <a:rPr lang="tr-TR" dirty="0" err="1"/>
              <a:t>The</a:t>
            </a:r>
            <a:r>
              <a:rPr lang="tr-TR" dirty="0"/>
              <a:t> </a:t>
            </a:r>
            <a:r>
              <a:rPr lang="tr-TR" dirty="0" err="1"/>
              <a:t>report</a:t>
            </a:r>
            <a:r>
              <a:rPr lang="tr-TR" dirty="0"/>
              <a:t> </a:t>
            </a:r>
            <a:r>
              <a:rPr lang="tr-TR" dirty="0" err="1"/>
              <a:t>contains</a:t>
            </a:r>
            <a:r>
              <a:rPr lang="tr-TR" dirty="0"/>
              <a:t> </a:t>
            </a:r>
            <a:r>
              <a:rPr lang="tr-TR" dirty="0" err="1"/>
              <a:t>the</a:t>
            </a:r>
            <a:r>
              <a:rPr lang="tr-TR" dirty="0"/>
              <a:t> </a:t>
            </a:r>
            <a:r>
              <a:rPr lang="tr-TR" dirty="0" err="1"/>
              <a:t>the</a:t>
            </a:r>
            <a:r>
              <a:rPr lang="tr-TR" dirty="0"/>
              <a:t> </a:t>
            </a:r>
            <a:r>
              <a:rPr lang="tr-TR" dirty="0" err="1"/>
              <a:t>lat</a:t>
            </a:r>
            <a:r>
              <a:rPr lang="tr-TR" dirty="0"/>
              <a:t> </a:t>
            </a:r>
            <a:r>
              <a:rPr lang="tr-TR" dirty="0" err="1"/>
              <a:t>and</a:t>
            </a:r>
            <a:r>
              <a:rPr lang="tr-TR" dirty="0"/>
              <a:t> </a:t>
            </a:r>
            <a:r>
              <a:rPr lang="tr-TR" dirty="0" err="1"/>
              <a:t>long</a:t>
            </a:r>
            <a:r>
              <a:rPr lang="tr-TR" dirty="0"/>
              <a:t> of </a:t>
            </a:r>
            <a:r>
              <a:rPr lang="tr-TR" dirty="0" err="1"/>
              <a:t>the</a:t>
            </a:r>
            <a:r>
              <a:rPr lang="tr-TR" dirty="0"/>
              <a:t> </a:t>
            </a:r>
            <a:r>
              <a:rPr lang="tr-TR" dirty="0" err="1"/>
              <a:t>clicked</a:t>
            </a:r>
            <a:r>
              <a:rPr lang="tr-TR" dirty="0"/>
              <a:t> marker</a:t>
            </a:r>
          </a:p>
          <a:p>
            <a:r>
              <a:rPr lang="tr-TR" dirty="0"/>
              <a:t>User can </a:t>
            </a:r>
            <a:r>
              <a:rPr lang="tr-TR" dirty="0" err="1"/>
              <a:t>describe</a:t>
            </a:r>
            <a:r>
              <a:rPr lang="tr-TR" dirty="0"/>
              <a:t> </a:t>
            </a:r>
            <a:r>
              <a:rPr lang="tr-TR" dirty="0" err="1"/>
              <a:t>the</a:t>
            </a:r>
            <a:r>
              <a:rPr lang="tr-TR" dirty="0"/>
              <a:t> </a:t>
            </a:r>
            <a:r>
              <a:rPr lang="tr-TR" dirty="0" err="1"/>
              <a:t>issue</a:t>
            </a:r>
            <a:r>
              <a:rPr lang="tr-TR" dirty="0"/>
              <a:t> in </a:t>
            </a:r>
            <a:r>
              <a:rPr lang="tr-TR" dirty="0" err="1"/>
              <a:t>the</a:t>
            </a:r>
            <a:r>
              <a:rPr lang="tr-TR" dirty="0"/>
              <a:t> </a:t>
            </a:r>
            <a:r>
              <a:rPr lang="tr-TR" dirty="0" err="1"/>
              <a:t>report</a:t>
            </a:r>
            <a:r>
              <a:rPr lang="tr-TR" dirty="0"/>
              <a:t>.</a:t>
            </a:r>
          </a:p>
          <a:p>
            <a:r>
              <a:rPr lang="tr-TR" dirty="0" err="1"/>
              <a:t>There</a:t>
            </a:r>
            <a:r>
              <a:rPr lang="tr-TR" dirty="0"/>
              <a:t> </a:t>
            </a:r>
            <a:r>
              <a:rPr lang="tr-TR" dirty="0" err="1"/>
              <a:t>are</a:t>
            </a:r>
            <a:r>
              <a:rPr lang="tr-TR" dirty="0"/>
              <a:t> 3 </a:t>
            </a:r>
            <a:r>
              <a:rPr lang="tr-TR" dirty="0" err="1"/>
              <a:t>roles</a:t>
            </a:r>
            <a:r>
              <a:rPr lang="tr-TR" dirty="0"/>
              <a:t>; </a:t>
            </a:r>
            <a:r>
              <a:rPr lang="tr-TR" dirty="0" err="1"/>
              <a:t>admin,student</a:t>
            </a:r>
            <a:r>
              <a:rPr lang="tr-TR" dirty="0"/>
              <a:t>, </a:t>
            </a:r>
            <a:r>
              <a:rPr lang="tr-TR" dirty="0" err="1"/>
              <a:t>and</a:t>
            </a:r>
            <a:r>
              <a:rPr lang="tr-TR" dirty="0"/>
              <a:t> </a:t>
            </a:r>
            <a:r>
              <a:rPr lang="tr-TR" dirty="0" err="1"/>
              <a:t>staff</a:t>
            </a:r>
            <a:endParaRPr lang="tr-TR" dirty="0"/>
          </a:p>
          <a:p>
            <a:r>
              <a:rPr lang="en-US" dirty="0"/>
              <a:t>Student</a:t>
            </a:r>
            <a:r>
              <a:rPr lang="tr-TR" dirty="0"/>
              <a:t>s</a:t>
            </a:r>
            <a:r>
              <a:rPr lang="en-US" dirty="0"/>
              <a:t> </a:t>
            </a:r>
            <a:r>
              <a:rPr lang="tr-TR" dirty="0"/>
              <a:t>can c</a:t>
            </a:r>
            <a:r>
              <a:rPr lang="en-US" dirty="0" err="1"/>
              <a:t>reate</a:t>
            </a:r>
            <a:r>
              <a:rPr lang="en-US" dirty="0"/>
              <a:t> </a:t>
            </a:r>
            <a:r>
              <a:rPr lang="tr-TR" dirty="0"/>
              <a:t>a </a:t>
            </a:r>
            <a:r>
              <a:rPr lang="en-US" dirty="0"/>
              <a:t>repo</a:t>
            </a:r>
            <a:r>
              <a:rPr lang="tr-TR" dirty="0" err="1"/>
              <a:t>rt</a:t>
            </a:r>
            <a:r>
              <a:rPr lang="tr-TR" dirty="0"/>
              <a:t> </a:t>
            </a:r>
            <a:r>
              <a:rPr lang="tr-TR" dirty="0" err="1"/>
              <a:t>and</a:t>
            </a:r>
            <a:r>
              <a:rPr lang="en-US" dirty="0"/>
              <a:t> </a:t>
            </a:r>
            <a:r>
              <a:rPr lang="tr-TR" dirty="0"/>
              <a:t>e</a:t>
            </a:r>
            <a:r>
              <a:rPr lang="en-US" dirty="0" err="1"/>
              <a:t>dit</a:t>
            </a:r>
            <a:r>
              <a:rPr lang="en-US" dirty="0"/>
              <a:t>/delete</a:t>
            </a:r>
            <a:r>
              <a:rPr lang="tr-TR" dirty="0"/>
              <a:t> </a:t>
            </a:r>
            <a:r>
              <a:rPr lang="en-US" dirty="0"/>
              <a:t>own</a:t>
            </a:r>
            <a:r>
              <a:rPr lang="tr-TR" dirty="0"/>
              <a:t> </a:t>
            </a:r>
            <a:r>
              <a:rPr lang="en-US" dirty="0"/>
              <a:t>reports </a:t>
            </a:r>
            <a:endParaRPr lang="tr-TR" dirty="0"/>
          </a:p>
          <a:p>
            <a:r>
              <a:rPr lang="tr-TR" dirty="0" err="1"/>
              <a:t>Students</a:t>
            </a:r>
            <a:r>
              <a:rPr lang="tr-TR" dirty="0"/>
              <a:t> can </a:t>
            </a:r>
            <a:r>
              <a:rPr lang="en-US" dirty="0"/>
              <a:t>only</a:t>
            </a:r>
            <a:r>
              <a:rPr lang="tr-TR" dirty="0"/>
              <a:t> </a:t>
            </a:r>
            <a:r>
              <a:rPr lang="tr-TR" dirty="0" err="1"/>
              <a:t>edit</a:t>
            </a:r>
            <a:r>
              <a:rPr lang="tr-TR" dirty="0"/>
              <a:t> </a:t>
            </a:r>
            <a:r>
              <a:rPr lang="tr-TR" dirty="0" err="1"/>
              <a:t>their</a:t>
            </a:r>
            <a:r>
              <a:rPr lang="tr-TR" dirty="0"/>
              <a:t> </a:t>
            </a:r>
            <a:r>
              <a:rPr lang="tr-TR" dirty="0" err="1"/>
              <a:t>report’s</a:t>
            </a:r>
            <a:r>
              <a:rPr lang="tr-TR" dirty="0"/>
              <a:t> </a:t>
            </a:r>
            <a:r>
              <a:rPr lang="tr-TR" dirty="0" err="1"/>
              <a:t>status</a:t>
            </a:r>
            <a:r>
              <a:rPr lang="tr-TR" dirty="0"/>
              <a:t> as </a:t>
            </a:r>
            <a:r>
              <a:rPr lang="en-US" dirty="0"/>
              <a:t> </a:t>
            </a:r>
            <a:r>
              <a:rPr lang="tr-TR" dirty="0"/>
              <a:t>(</a:t>
            </a:r>
            <a:r>
              <a:rPr lang="en-US" dirty="0"/>
              <a:t>open / </a:t>
            </a:r>
            <a:r>
              <a:rPr lang="en-US" dirty="0" err="1"/>
              <a:t>in_progress</a:t>
            </a:r>
            <a:r>
              <a:rPr lang="en-US" dirty="0"/>
              <a:t>)</a:t>
            </a:r>
            <a:endParaRPr lang="tr-TR" dirty="0"/>
          </a:p>
          <a:p>
            <a:r>
              <a:rPr lang="en-US" dirty="0"/>
              <a:t>Staff </a:t>
            </a:r>
            <a:r>
              <a:rPr lang="tr-TR" dirty="0"/>
              <a:t>c</a:t>
            </a:r>
            <a:r>
              <a:rPr lang="en-US" dirty="0"/>
              <a:t>an update status and assignment for any report</a:t>
            </a:r>
            <a:endParaRPr lang="tr-TR" dirty="0"/>
          </a:p>
          <a:p>
            <a:r>
              <a:rPr lang="en-US" dirty="0"/>
              <a:t>Admin</a:t>
            </a:r>
            <a:r>
              <a:rPr lang="tr-TR" dirty="0"/>
              <a:t> has f</a:t>
            </a:r>
            <a:r>
              <a:rPr lang="en-US" dirty="0" err="1"/>
              <a:t>ull</a:t>
            </a:r>
            <a:r>
              <a:rPr lang="en-US" dirty="0"/>
              <a:t> access (users + reports)</a:t>
            </a:r>
            <a:endParaRPr lang="tr-TR" dirty="0"/>
          </a:p>
          <a:p>
            <a:r>
              <a:rPr lang="tr-TR" dirty="0" err="1"/>
              <a:t>Managing</a:t>
            </a:r>
            <a:r>
              <a:rPr lang="tr-TR" dirty="0"/>
              <a:t> </a:t>
            </a:r>
            <a:r>
              <a:rPr lang="tr-TR" dirty="0" err="1"/>
              <a:t>different</a:t>
            </a:r>
            <a:r>
              <a:rPr lang="tr-TR" dirty="0"/>
              <a:t> user </a:t>
            </a:r>
            <a:r>
              <a:rPr lang="tr-TR" dirty="0" err="1"/>
              <a:t>types</a:t>
            </a:r>
            <a:r>
              <a:rPr lang="tr-TR" dirty="0"/>
              <a:t> , </a:t>
            </a:r>
            <a:r>
              <a:rPr lang="tr-TR" dirty="0" err="1"/>
              <a:t>Crud</a:t>
            </a:r>
            <a:r>
              <a:rPr lang="tr-TR" dirty="0"/>
              <a:t> </a:t>
            </a:r>
            <a:r>
              <a:rPr lang="tr-TR" dirty="0" err="1"/>
              <a:t>operations</a:t>
            </a:r>
            <a:r>
              <a:rPr lang="tr-TR" dirty="0"/>
              <a:t>, </a:t>
            </a:r>
            <a:r>
              <a:rPr lang="tr-TR" dirty="0" err="1"/>
              <a:t>Authentication</a:t>
            </a:r>
            <a:r>
              <a:rPr lang="tr-TR" dirty="0"/>
              <a:t>, </a:t>
            </a:r>
            <a:r>
              <a:rPr lang="tr-TR" dirty="0" err="1"/>
              <a:t>Api</a:t>
            </a:r>
            <a:r>
              <a:rPr lang="tr-TR" dirty="0"/>
              <a:t> </a:t>
            </a:r>
            <a:r>
              <a:rPr lang="tr-TR" dirty="0" err="1"/>
              <a:t>development</a:t>
            </a:r>
            <a:r>
              <a:rPr lang="tr-TR" dirty="0"/>
              <a:t>, </a:t>
            </a:r>
            <a:r>
              <a:rPr lang="tr-TR" dirty="0" err="1"/>
              <a:t>and</a:t>
            </a:r>
            <a:r>
              <a:rPr lang="tr-TR" dirty="0"/>
              <a:t> AWS </a:t>
            </a:r>
            <a:r>
              <a:rPr lang="tr-TR" dirty="0" err="1"/>
              <a:t>integration</a:t>
            </a:r>
            <a:r>
              <a:rPr lang="tr-TR" dirty="0"/>
              <a:t> </a:t>
            </a:r>
            <a:r>
              <a:rPr lang="tr-TR" dirty="0" err="1"/>
              <a:t>are</a:t>
            </a:r>
            <a:r>
              <a:rPr lang="tr-TR" dirty="0"/>
              <a:t> </a:t>
            </a:r>
            <a:r>
              <a:rPr lang="tr-TR" dirty="0" err="1"/>
              <a:t>carried</a:t>
            </a:r>
            <a:r>
              <a:rPr lang="tr-TR" dirty="0"/>
              <a:t> </a:t>
            </a:r>
            <a:r>
              <a:rPr lang="tr-TR" dirty="0" err="1"/>
              <a:t>out</a:t>
            </a:r>
            <a:r>
              <a:rPr lang="tr-TR" dirty="0"/>
              <a:t> in </a:t>
            </a:r>
            <a:r>
              <a:rPr lang="tr-TR" dirty="0" err="1"/>
              <a:t>this</a:t>
            </a:r>
            <a:r>
              <a:rPr lang="tr-TR" dirty="0"/>
              <a:t> Project.</a:t>
            </a:r>
          </a:p>
          <a:p>
            <a:endParaRPr lang="tr-TR" dirty="0"/>
          </a:p>
          <a:p>
            <a:endParaRPr lang="tr-TR" dirty="0"/>
          </a:p>
          <a:p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41155190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967D0DF9-96A6-0CD7-3E51-89D2B6AEB1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3188" y="-400833"/>
            <a:ext cx="10325000" cy="1442463"/>
          </a:xfrm>
        </p:spPr>
        <p:txBody>
          <a:bodyPr/>
          <a:lstStyle/>
          <a:p>
            <a:r>
              <a:rPr lang="tr-TR" dirty="0" err="1"/>
              <a:t>Interface</a:t>
            </a:r>
            <a:endParaRPr lang="tr-TR" dirty="0"/>
          </a:p>
        </p:txBody>
      </p:sp>
      <p:pic>
        <p:nvPicPr>
          <p:cNvPr id="5" name="İçerik Yer Tutucusu 4" descr="metin, ekran görüntüsü, harita, atlas içeren bir resim&#10;&#10;Yapay zeka tarafından oluşturulmuş içerik yanlış olabilir.">
            <a:extLst>
              <a:ext uri="{FF2B5EF4-FFF2-40B4-BE49-F238E27FC236}">
                <a16:creationId xmlns:a16="http://schemas.microsoft.com/office/drawing/2014/main" id="{6D6C8530-C2C6-1CD1-C419-AE5FA4BDEE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32186" y="1442463"/>
            <a:ext cx="10353890" cy="4983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74080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748618E9-EE2D-4864-9EEE-58939BD4FB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17D1EC0-23FF-4FC8-B22D-E34878EAA4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B929A7-258C-4469-AAB4-A67D713F7A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A635CDB-2D00-49D5-B26E-0694A25000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4288D7A-F857-418D-92F2-368E841B9F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1084F50-7F3C-4A4A-877E-FFD9EC7CD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31E64C1-F4C0-4A94-B319-BB1A0A2450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63D8374-8052-417F-AB69-B97EAC43D5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7750734-4D51-4019-A003-38A3DE49B4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71B693D1-DBA2-4D3B-9B37-D9EE8C4112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BCD3EA8-E4C0-4AF6-817F-F9F29157A4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A170FB3-B397-4AC9-85FD-65388F26D9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E5EC0B9-49C7-4777-AEC5-B5EF8DE404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7902048B-30F7-4434-87A5-140F9BB4B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500A6E2-A41C-4751-8A4E-9A0C5718D9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C259517-7BE7-45F9-81C0-3A6362BF14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0652F56-7B71-42B2-AB68-22204A6DF1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059830E-1C3D-4D42-8789-524971CB46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53325A7-86D3-4B52-A7E3-ADDF408B40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D53F46F-EC12-484C-A4E7-791E57687A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64ED9CA-8950-47B8-A9ED-22B45CE15F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4429F7B-9FD7-438F-8ECA-3FCAD00618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0C558100-D455-4B41-890C-BCC898B2D1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2886397-398A-4318-BE16-2CBAC1902F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D32A3A6-CE6E-4ABD-8522-2C8DC88C0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F9014C09-5B84-4798-8BDE-C80D76E67B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A29EB9E-ED9D-4C69-8A26-9A7A0A8305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A2899F9-1795-416F-8F3D-26EEB684DB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3043474-8625-495C-BD06-3627FD286C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D432CE47-7631-408E-8DDC-79EE378B7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2C8832D-8B8D-4036-B913-2D36314327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1CCEFEAF-E87B-4FF2-A947-94CABAA061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Right Triangle 40">
            <a:extLst>
              <a:ext uri="{FF2B5EF4-FFF2-40B4-BE49-F238E27FC236}">
                <a16:creationId xmlns:a16="http://schemas.microsoft.com/office/drawing/2014/main" id="{2437C4A8-8E3A-4ADA-93B9-64737CE1A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13B6DAC6-0186-4D62-AD69-90B9C0411E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0297160-077C-4B0C-9F1E-6519CEDB84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31F77CDE-CC8E-40E6-8745-8D7CB6208F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3FCA172-142C-4352-A938-33B43EC3BE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253BB53B-6660-4F6B-8C3C-4EAA148CFF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921D1E67-3038-4399-8F14-244731FAE3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B9A17FB9-5481-4E6D-A157-C4A1D8F297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9B5B4D4B-6074-48B5-B7D7-5B22BDC2A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DFE68CF5-4975-4F0E-98F8-E40F12E8FE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B63AD0D6-BFAB-41EE-A0DD-BFEB6844D1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A7EA9615-8E94-4E0C-BAF0-C52132326C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96A76D71-0BE7-402F-BF24-CB0154E2A0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8B18C09B-8FB5-4D88-B4FF-2090E7818F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3A06FA18-2473-40B2-8AE0-DEDDC5E9A3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F187746C-FE57-4160-B924-6B283B3323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D7337AAE-EB93-4FBD-9904-0366412607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D6FA7169-C5DB-4F02-935F-AA39EDA4B7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4195B93-DBB3-4197-8D91-A786D4753A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3F2FF9EB-46CC-4A22-AF8A-9D11BC9666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2631DADE-538C-4EA4-9D90-3AED82E01B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035A7E2F-77A0-48A1-A881-1A12940D8F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5AC39BAD-DB08-4260-BCE5-4E1FB09A44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468F31ED-A97B-4A9A-9F56-221FFB7A31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F362574E-3A61-4C31-915F-F541B7BE08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132BD431-3E1E-4528-AC59-5A23CE4CBA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7DE7131F-209C-4427-96DA-26E0E973EE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3283DFDB-6A1C-41B8-B590-9660646991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1DA3D6B3-30E3-4C45-A709-4F775DB846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8F481924-9C4A-4A91-8AB4-D796F33D73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53787DCF-DA69-4379-94AB-C361DF3260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753DC9D9-196D-4C02-982F-935945BD57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E2AF9976-A85B-4FAC-ACA0-7B4F06D180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BFD38ACD-F4A1-4970-BE99-87B0A04829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8" name="Right Triangle 77">
            <a:extLst>
              <a:ext uri="{FF2B5EF4-FFF2-40B4-BE49-F238E27FC236}">
                <a16:creationId xmlns:a16="http://schemas.microsoft.com/office/drawing/2014/main" id="{429C64BC-8915-422E-9361-EE04C48FFD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4" y="261028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Başlık 1">
            <a:extLst>
              <a:ext uri="{FF2B5EF4-FFF2-40B4-BE49-F238E27FC236}">
                <a16:creationId xmlns:a16="http://schemas.microsoft.com/office/drawing/2014/main" id="{32EFE088-A8EB-5172-807C-EC312073E5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3"/>
            <a:ext cx="3930417" cy="2479772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400" dirty="0"/>
              <a:t>Creating a token in postman</a:t>
            </a:r>
          </a:p>
        </p:txBody>
      </p:sp>
      <p:pic>
        <p:nvPicPr>
          <p:cNvPr id="3" name="Resim 2" descr="metin, ekran görüntüsü, yazılım, web sayfası içeren bir resim&#10;&#10;Yapay zeka tarafından oluşturulmuş içerik yanlış olabilir.">
            <a:extLst>
              <a:ext uri="{FF2B5EF4-FFF2-40B4-BE49-F238E27FC236}">
                <a16:creationId xmlns:a16="http://schemas.microsoft.com/office/drawing/2014/main" id="{9AC5272C-3368-373A-0540-BE6BCBEE94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632" y="399718"/>
            <a:ext cx="7558943" cy="6387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3240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roup 7">
            <a:extLst>
              <a:ext uri="{FF2B5EF4-FFF2-40B4-BE49-F238E27FC236}">
                <a16:creationId xmlns:a16="http://schemas.microsoft.com/office/drawing/2014/main" id="{748618E9-EE2D-4864-9EEE-58939BD4FB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17D1EC0-23FF-4FC8-B22D-E34878EAA4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B929A7-258C-4469-AAB4-A67D713F7A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A635CDB-2D00-49D5-B26E-0694A25000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4288D7A-F857-418D-92F2-368E841B9F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1084F50-7F3C-4A4A-877E-FFD9EC7CD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31E64C1-F4C0-4A94-B319-BB1A0A2450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63D8374-8052-417F-AB69-B97EAC43D5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7750734-4D51-4019-A003-38A3DE49B4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71B693D1-DBA2-4D3B-9B37-D9EE8C4112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BCD3EA8-E4C0-4AF6-817F-F9F29157A4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A170FB3-B397-4AC9-85FD-65388F26D9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E5EC0B9-49C7-4777-AEC5-B5EF8DE404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7902048B-30F7-4434-87A5-140F9BB4B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500A6E2-A41C-4751-8A4E-9A0C5718D9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C259517-7BE7-45F9-81C0-3A6362BF14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0652F56-7B71-42B2-AB68-22204A6DF1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059830E-1C3D-4D42-8789-524971CB46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53325A7-86D3-4B52-A7E3-ADDF408B40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D53F46F-EC12-484C-A4E7-791E57687A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64ED9CA-8950-47B8-A9ED-22B45CE15F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4429F7B-9FD7-438F-8ECA-3FCAD00618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0C558100-D455-4B41-890C-BCC898B2D1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2886397-398A-4318-BE16-2CBAC1902F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D32A3A6-CE6E-4ABD-8522-2C8DC88C0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F9014C09-5B84-4798-8BDE-C80D76E67B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A29EB9E-ED9D-4C69-8A26-9A7A0A8305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A2899F9-1795-416F-8F3D-26EEB684DB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3043474-8625-495C-BD06-3627FD286C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D432CE47-7631-408E-8DDC-79EE378B7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2C8832D-8B8D-4036-B913-2D36314327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1CCEFEAF-E87B-4FF2-A947-94CABAA061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1" name="Right Triangle 40">
            <a:extLst>
              <a:ext uri="{FF2B5EF4-FFF2-40B4-BE49-F238E27FC236}">
                <a16:creationId xmlns:a16="http://schemas.microsoft.com/office/drawing/2014/main" id="{2437C4A8-8E3A-4ADA-93B9-64737CE1A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82" name="Rectangle 42">
            <a:extLst>
              <a:ext uri="{FF2B5EF4-FFF2-40B4-BE49-F238E27FC236}">
                <a16:creationId xmlns:a16="http://schemas.microsoft.com/office/drawing/2014/main" id="{13B6DAC6-0186-4D62-AD69-90B9C0411E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83" name="Group 44">
            <a:extLst>
              <a:ext uri="{FF2B5EF4-FFF2-40B4-BE49-F238E27FC236}">
                <a16:creationId xmlns:a16="http://schemas.microsoft.com/office/drawing/2014/main" id="{A0297160-077C-4B0C-9F1E-6519CEDB84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31F77CDE-CC8E-40E6-8745-8D7CB6208F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46">
              <a:extLst>
                <a:ext uri="{FF2B5EF4-FFF2-40B4-BE49-F238E27FC236}">
                  <a16:creationId xmlns:a16="http://schemas.microsoft.com/office/drawing/2014/main" id="{83FCA172-142C-4352-A938-33B43EC3BE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253BB53B-6660-4F6B-8C3C-4EAA148CFF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921D1E67-3038-4399-8F14-244731FAE3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B9A17FB9-5481-4E6D-A157-C4A1D8F297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9B5B4D4B-6074-48B5-B7D7-5B22BDC2A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DFE68CF5-4975-4F0E-98F8-E40F12E8FE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B63AD0D6-BFAB-41EE-A0DD-BFEB6844D1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A7EA9615-8E94-4E0C-BAF0-C52132326C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96A76D71-0BE7-402F-BF24-CB0154E2A0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8B18C09B-8FB5-4D88-B4FF-2090E7818F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3A06FA18-2473-40B2-8AE0-DEDDC5E9A3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F187746C-FE57-4160-B924-6B283B3323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D7337AAE-EB93-4FBD-9904-0366412607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D6FA7169-C5DB-4F02-935F-AA39EDA4B7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4195B93-DBB3-4197-8D91-A786D4753A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3F2FF9EB-46CC-4A22-AF8A-9D11BC9666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2631DADE-538C-4EA4-9D90-3AED82E01B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035A7E2F-77A0-48A1-A881-1A12940D8F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5AC39BAD-DB08-4260-BCE5-4E1FB09A44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468F31ED-A97B-4A9A-9F56-221FFB7A31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F362574E-3A61-4C31-915F-F541B7BE08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132BD431-3E1E-4528-AC59-5A23CE4CBA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7DE7131F-209C-4427-96DA-26E0E973EE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3283DFDB-6A1C-41B8-B590-9660646991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1DA3D6B3-30E3-4C45-A709-4F775DB846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8F481924-9C4A-4A91-8AB4-D796F33D73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53787DCF-DA69-4379-94AB-C361DF3260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753DC9D9-196D-4C02-982F-935945BD57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E2AF9976-A85B-4FAC-ACA0-7B4F06D180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BFD38ACD-F4A1-4970-BE99-87B0A04829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8" name="Right Triangle 77">
            <a:extLst>
              <a:ext uri="{FF2B5EF4-FFF2-40B4-BE49-F238E27FC236}">
                <a16:creationId xmlns:a16="http://schemas.microsoft.com/office/drawing/2014/main" id="{429C64BC-8915-422E-9361-EE04C48FFD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4" y="261028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Başlık 1">
            <a:extLst>
              <a:ext uri="{FF2B5EF4-FFF2-40B4-BE49-F238E27FC236}">
                <a16:creationId xmlns:a16="http://schemas.microsoft.com/office/drawing/2014/main" id="{30F47CCE-D571-6DE8-8010-580FF18456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3"/>
            <a:ext cx="3930417" cy="24797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/>
              <a:t>Posting an issue</a:t>
            </a:r>
          </a:p>
        </p:txBody>
      </p:sp>
      <p:pic>
        <p:nvPicPr>
          <p:cNvPr id="3" name="Resim 2" descr="metin, ekran görüntüsü, yazılım, sayı, numara içeren bir resim&#10;&#10;Yapay zeka tarafından oluşturulmuş içerik yanlış olabilir.">
            <a:extLst>
              <a:ext uri="{FF2B5EF4-FFF2-40B4-BE49-F238E27FC236}">
                <a16:creationId xmlns:a16="http://schemas.microsoft.com/office/drawing/2014/main" id="{14C314AC-3074-A2A5-DB72-FC56B80EDE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2717" y="343432"/>
            <a:ext cx="7954307" cy="6157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5212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748618E9-EE2D-4864-9EEE-58939BD4FB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17D1EC0-23FF-4FC8-B22D-E34878EAA4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B929A7-258C-4469-AAB4-A67D713F7A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A635CDB-2D00-49D5-B26E-0694A25000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4288D7A-F857-418D-92F2-368E841B9F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1084F50-7F3C-4A4A-877E-FFD9EC7CD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31E64C1-F4C0-4A94-B319-BB1A0A2450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63D8374-8052-417F-AB69-B97EAC43D5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7750734-4D51-4019-A003-38A3DE49B4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71B693D1-DBA2-4D3B-9B37-D9EE8C4112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BCD3EA8-E4C0-4AF6-817F-F9F29157A4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A170FB3-B397-4AC9-85FD-65388F26D9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E5EC0B9-49C7-4777-AEC5-B5EF8DE404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7902048B-30F7-4434-87A5-140F9BB4B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500A6E2-A41C-4751-8A4E-9A0C5718D9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C259517-7BE7-45F9-81C0-3A6362BF14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0652F56-7B71-42B2-AB68-22204A6DF1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059830E-1C3D-4D42-8789-524971CB46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53325A7-86D3-4B52-A7E3-ADDF408B40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D53F46F-EC12-484C-A4E7-791E57687A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64ED9CA-8950-47B8-A9ED-22B45CE15F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4429F7B-9FD7-438F-8ECA-3FCAD00618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0C558100-D455-4B41-890C-BCC898B2D1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2886397-398A-4318-BE16-2CBAC1902F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D32A3A6-CE6E-4ABD-8522-2C8DC88C0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F9014C09-5B84-4798-8BDE-C80D76E67B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A29EB9E-ED9D-4C69-8A26-9A7A0A8305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A2899F9-1795-416F-8F3D-26EEB684DB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3043474-8625-495C-BD06-3627FD286C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D432CE47-7631-408E-8DDC-79EE378B7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2C8832D-8B8D-4036-B913-2D36314327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1CCEFEAF-E87B-4FF2-A947-94CABAA061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Right Triangle 40">
            <a:extLst>
              <a:ext uri="{FF2B5EF4-FFF2-40B4-BE49-F238E27FC236}">
                <a16:creationId xmlns:a16="http://schemas.microsoft.com/office/drawing/2014/main" id="{2437C4A8-8E3A-4ADA-93B9-64737CE1A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13B6DAC6-0186-4D62-AD69-90B9C0411E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0297160-077C-4B0C-9F1E-6519CEDB84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31F77CDE-CC8E-40E6-8745-8D7CB6208F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3FCA172-142C-4352-A938-33B43EC3BE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253BB53B-6660-4F6B-8C3C-4EAA148CFF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921D1E67-3038-4399-8F14-244731FAE3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B9A17FB9-5481-4E6D-A157-C4A1D8F297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9B5B4D4B-6074-48B5-B7D7-5B22BDC2A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DFE68CF5-4975-4F0E-98F8-E40F12E8FE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B63AD0D6-BFAB-41EE-A0DD-BFEB6844D1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A7EA9615-8E94-4E0C-BAF0-C52132326C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96A76D71-0BE7-402F-BF24-CB0154E2A0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8B18C09B-8FB5-4D88-B4FF-2090E7818F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3A06FA18-2473-40B2-8AE0-DEDDC5E9A3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F187746C-FE57-4160-B924-6B283B3323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D7337AAE-EB93-4FBD-9904-0366412607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D6FA7169-C5DB-4F02-935F-AA39EDA4B7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4195B93-DBB3-4197-8D91-A786D4753A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3F2FF9EB-46CC-4A22-AF8A-9D11BC9666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2631DADE-538C-4EA4-9D90-3AED82E01B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035A7E2F-77A0-48A1-A881-1A12940D8F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5AC39BAD-DB08-4260-BCE5-4E1FB09A44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468F31ED-A97B-4A9A-9F56-221FFB7A31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F362574E-3A61-4C31-915F-F541B7BE08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132BD431-3E1E-4528-AC59-5A23CE4CBA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7DE7131F-209C-4427-96DA-26E0E973EE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3283DFDB-6A1C-41B8-B590-9660646991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1DA3D6B3-30E3-4C45-A709-4F775DB846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8F481924-9C4A-4A91-8AB4-D796F33D73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53787DCF-DA69-4379-94AB-C361DF3260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753DC9D9-196D-4C02-982F-935945BD57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E2AF9976-A85B-4FAC-ACA0-7B4F06D180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BFD38ACD-F4A1-4970-BE99-87B0A04829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8" name="Right Triangle 77">
            <a:extLst>
              <a:ext uri="{FF2B5EF4-FFF2-40B4-BE49-F238E27FC236}">
                <a16:creationId xmlns:a16="http://schemas.microsoft.com/office/drawing/2014/main" id="{429C64BC-8915-422E-9361-EE04C48FFD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4" y="261028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Başlık 1">
            <a:extLst>
              <a:ext uri="{FF2B5EF4-FFF2-40B4-BE49-F238E27FC236}">
                <a16:creationId xmlns:a16="http://schemas.microsoft.com/office/drawing/2014/main" id="{7BDEB789-31D6-FFCD-80AA-47EE9E075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632" y="185957"/>
            <a:ext cx="3930417" cy="2479772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br>
              <a:rPr lang="tr-TR" sz="5400" dirty="0"/>
            </a:br>
            <a:r>
              <a:rPr lang="tr-TR" sz="5400" dirty="0" err="1"/>
              <a:t>Refreshed</a:t>
            </a:r>
            <a:br>
              <a:rPr lang="tr-TR" sz="5400" dirty="0"/>
            </a:br>
            <a:r>
              <a:rPr lang="tr-TR" sz="5400" dirty="0" err="1"/>
              <a:t>Interface</a:t>
            </a:r>
            <a:endParaRPr lang="en-US" sz="5400" dirty="0"/>
          </a:p>
        </p:txBody>
      </p:sp>
      <p:pic>
        <p:nvPicPr>
          <p:cNvPr id="3" name="Resim 2" descr="metin, ekran görüntüsü, harita, atlas içeren bir resim&#10;&#10;Yapay zeka tarafından oluşturulmuş içerik yanlış olabilir.">
            <a:extLst>
              <a:ext uri="{FF2B5EF4-FFF2-40B4-BE49-F238E27FC236}">
                <a16:creationId xmlns:a16="http://schemas.microsoft.com/office/drawing/2014/main" id="{046E2B2C-2AD3-6230-3493-DD1D33F1EF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8245" y="1664271"/>
            <a:ext cx="8661227" cy="3919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5877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748618E9-EE2D-4864-9EEE-58939BD4FB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17D1EC0-23FF-4FC8-B22D-E34878EAA4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B929A7-258C-4469-AAB4-A67D713F7A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A635CDB-2D00-49D5-B26E-0694A25000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4288D7A-F857-418D-92F2-368E841B9F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1084F50-7F3C-4A4A-877E-FFD9EC7CD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31E64C1-F4C0-4A94-B319-BB1A0A2450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63D8374-8052-417F-AB69-B97EAC43D5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7750734-4D51-4019-A003-38A3DE49B4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71B693D1-DBA2-4D3B-9B37-D9EE8C4112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BCD3EA8-E4C0-4AF6-817F-F9F29157A4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A170FB3-B397-4AC9-85FD-65388F26D9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E5EC0B9-49C7-4777-AEC5-B5EF8DE404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7902048B-30F7-4434-87A5-140F9BB4B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500A6E2-A41C-4751-8A4E-9A0C5718D9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C259517-7BE7-45F9-81C0-3A6362BF14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0652F56-7B71-42B2-AB68-22204A6DF1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059830E-1C3D-4D42-8789-524971CB46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53325A7-86D3-4B52-A7E3-ADDF408B40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D53F46F-EC12-484C-A4E7-791E57687A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64ED9CA-8950-47B8-A9ED-22B45CE15F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4429F7B-9FD7-438F-8ECA-3FCAD00618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0C558100-D455-4B41-890C-BCC898B2D1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2886397-398A-4318-BE16-2CBAC1902F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D32A3A6-CE6E-4ABD-8522-2C8DC88C0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F9014C09-5B84-4798-8BDE-C80D76E67B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A29EB9E-ED9D-4C69-8A26-9A7A0A8305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A2899F9-1795-416F-8F3D-26EEB684DB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3043474-8625-495C-BD06-3627FD286C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D432CE47-7631-408E-8DDC-79EE378B7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2C8832D-8B8D-4036-B913-2D36314327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1CCEFEAF-E87B-4FF2-A947-94CABAA061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Right Triangle 40">
            <a:extLst>
              <a:ext uri="{FF2B5EF4-FFF2-40B4-BE49-F238E27FC236}">
                <a16:creationId xmlns:a16="http://schemas.microsoft.com/office/drawing/2014/main" id="{2437C4A8-8E3A-4ADA-93B9-64737CE1A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13B6DAC6-0186-4D62-AD69-90B9C0411E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0297160-077C-4B0C-9F1E-6519CEDB84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31F77CDE-CC8E-40E6-8745-8D7CB6208F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3FCA172-142C-4352-A938-33B43EC3BE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253BB53B-6660-4F6B-8C3C-4EAA148CFF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921D1E67-3038-4399-8F14-244731FAE3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B9A17FB9-5481-4E6D-A157-C4A1D8F297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9B5B4D4B-6074-48B5-B7D7-5B22BDC2A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DFE68CF5-4975-4F0E-98F8-E40F12E8FE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B63AD0D6-BFAB-41EE-A0DD-BFEB6844D1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A7EA9615-8E94-4E0C-BAF0-C52132326C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96A76D71-0BE7-402F-BF24-CB0154E2A0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8B18C09B-8FB5-4D88-B4FF-2090E7818F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3A06FA18-2473-40B2-8AE0-DEDDC5E9A3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F187746C-FE57-4160-B924-6B283B3323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D7337AAE-EB93-4FBD-9904-0366412607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D6FA7169-C5DB-4F02-935F-AA39EDA4B7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4195B93-DBB3-4197-8D91-A786D4753A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3F2FF9EB-46CC-4A22-AF8A-9D11BC9666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2631DADE-538C-4EA4-9D90-3AED82E01B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035A7E2F-77A0-48A1-A881-1A12940D8F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5AC39BAD-DB08-4260-BCE5-4E1FB09A44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468F31ED-A97B-4A9A-9F56-221FFB7A31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F362574E-3A61-4C31-915F-F541B7BE08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132BD431-3E1E-4528-AC59-5A23CE4CBA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7DE7131F-209C-4427-96DA-26E0E973EE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3283DFDB-6A1C-41B8-B590-9660646991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1DA3D6B3-30E3-4C45-A709-4F775DB846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8F481924-9C4A-4A91-8AB4-D796F33D73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53787DCF-DA69-4379-94AB-C361DF3260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753DC9D9-196D-4C02-982F-935945BD57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E2AF9976-A85B-4FAC-ACA0-7B4F06D180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BFD38ACD-F4A1-4970-BE99-87B0A04829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8" name="Right Triangle 77">
            <a:extLst>
              <a:ext uri="{FF2B5EF4-FFF2-40B4-BE49-F238E27FC236}">
                <a16:creationId xmlns:a16="http://schemas.microsoft.com/office/drawing/2014/main" id="{429C64BC-8915-422E-9361-EE04C48FFD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4" y="261028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Başlık 1">
            <a:extLst>
              <a:ext uri="{FF2B5EF4-FFF2-40B4-BE49-F238E27FC236}">
                <a16:creationId xmlns:a16="http://schemas.microsoft.com/office/drawing/2014/main" id="{9858C5FB-A28A-D1C6-D20D-B299A7C36D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419" y="722917"/>
            <a:ext cx="5798932" cy="253436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dirty="0"/>
              <a:t>Get the issues</a:t>
            </a:r>
          </a:p>
        </p:txBody>
      </p:sp>
      <p:pic>
        <p:nvPicPr>
          <p:cNvPr id="3" name="Resim 2" descr="metin, ekran görüntüsü, yazılım, sayı, numara içeren bir resim&#10;&#10;Yapay zeka tarafından oluşturulmuş içerik yanlış olabilir.">
            <a:extLst>
              <a:ext uri="{FF2B5EF4-FFF2-40B4-BE49-F238E27FC236}">
                <a16:creationId xmlns:a16="http://schemas.microsoft.com/office/drawing/2014/main" id="{595EFD47-CBD6-619A-366A-EC0CA562F4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8213" y="722902"/>
            <a:ext cx="7020198" cy="5791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36321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748618E9-EE2D-4864-9EEE-58939BD4FB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17D1EC0-23FF-4FC8-B22D-E34878EAA4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B929A7-258C-4469-AAB4-A67D713F7A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A635CDB-2D00-49D5-B26E-0694A25000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4288D7A-F857-418D-92F2-368E841B9F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1084F50-7F3C-4A4A-877E-FFD9EC7CD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31E64C1-F4C0-4A94-B319-BB1A0A2450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63D8374-8052-417F-AB69-B97EAC43D5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7750734-4D51-4019-A003-38A3DE49B4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71B693D1-DBA2-4D3B-9B37-D9EE8C4112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BCD3EA8-E4C0-4AF6-817F-F9F29157A4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A170FB3-B397-4AC9-85FD-65388F26D9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E5EC0B9-49C7-4777-AEC5-B5EF8DE404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7902048B-30F7-4434-87A5-140F9BB4B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500A6E2-A41C-4751-8A4E-9A0C5718D9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C259517-7BE7-45F9-81C0-3A6362BF14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0652F56-7B71-42B2-AB68-22204A6DF1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059830E-1C3D-4D42-8789-524971CB46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53325A7-86D3-4B52-A7E3-ADDF408B40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D53F46F-EC12-484C-A4E7-791E57687A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64ED9CA-8950-47B8-A9ED-22B45CE15F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4429F7B-9FD7-438F-8ECA-3FCAD00618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0C558100-D455-4B41-890C-BCC898B2D1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2886397-398A-4318-BE16-2CBAC1902F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D32A3A6-CE6E-4ABD-8522-2C8DC88C0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F9014C09-5B84-4798-8BDE-C80D76E67B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A29EB9E-ED9D-4C69-8A26-9A7A0A8305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A2899F9-1795-416F-8F3D-26EEB684DB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3043474-8625-495C-BD06-3627FD286C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D432CE47-7631-408E-8DDC-79EE378B7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2C8832D-8B8D-4036-B913-2D36314327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1CCEFEAF-E87B-4FF2-A947-94CABAA061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Right Triangle 40">
            <a:extLst>
              <a:ext uri="{FF2B5EF4-FFF2-40B4-BE49-F238E27FC236}">
                <a16:creationId xmlns:a16="http://schemas.microsoft.com/office/drawing/2014/main" id="{2437C4A8-8E3A-4ADA-93B9-64737CE1A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13B6DAC6-0186-4D62-AD69-90B9C0411E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0297160-077C-4B0C-9F1E-6519CEDB84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31F77CDE-CC8E-40E6-8745-8D7CB6208F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3FCA172-142C-4352-A938-33B43EC3BE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253BB53B-6660-4F6B-8C3C-4EAA148CFF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921D1E67-3038-4399-8F14-244731FAE3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B9A17FB9-5481-4E6D-A157-C4A1D8F297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9B5B4D4B-6074-48B5-B7D7-5B22BDC2A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DFE68CF5-4975-4F0E-98F8-E40F12E8FE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B63AD0D6-BFAB-41EE-A0DD-BFEB6844D1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A7EA9615-8E94-4E0C-BAF0-C52132326C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96A76D71-0BE7-402F-BF24-CB0154E2A0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8B18C09B-8FB5-4D88-B4FF-2090E7818F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3A06FA18-2473-40B2-8AE0-DEDDC5E9A3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F187746C-FE57-4160-B924-6B283B3323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D7337AAE-EB93-4FBD-9904-0366412607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D6FA7169-C5DB-4F02-935F-AA39EDA4B7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4195B93-DBB3-4197-8D91-A786D4753A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3F2FF9EB-46CC-4A22-AF8A-9D11BC9666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2631DADE-538C-4EA4-9D90-3AED82E01B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035A7E2F-77A0-48A1-A881-1A12940D8F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5AC39BAD-DB08-4260-BCE5-4E1FB09A44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468F31ED-A97B-4A9A-9F56-221FFB7A31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F362574E-3A61-4C31-915F-F541B7BE08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132BD431-3E1E-4528-AC59-5A23CE4CBA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7DE7131F-209C-4427-96DA-26E0E973EE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3283DFDB-6A1C-41B8-B590-9660646991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1DA3D6B3-30E3-4C45-A709-4F775DB846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8F481924-9C4A-4A91-8AB4-D796F33D73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53787DCF-DA69-4379-94AB-C361DF3260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753DC9D9-196D-4C02-982F-935945BD57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E2AF9976-A85B-4FAC-ACA0-7B4F06D180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BFD38ACD-F4A1-4970-BE99-87B0A04829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8" name="Right Triangle 77">
            <a:extLst>
              <a:ext uri="{FF2B5EF4-FFF2-40B4-BE49-F238E27FC236}">
                <a16:creationId xmlns:a16="http://schemas.microsoft.com/office/drawing/2014/main" id="{429C64BC-8915-422E-9361-EE04C48FFD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4" y="261028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Başlık 1">
            <a:extLst>
              <a:ext uri="{FF2B5EF4-FFF2-40B4-BE49-F238E27FC236}">
                <a16:creationId xmlns:a16="http://schemas.microsoft.com/office/drawing/2014/main" id="{07CE8217-50E7-E2F7-B31F-DB7E97C73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941" y="-1105181"/>
            <a:ext cx="5798932" cy="253436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dirty="0"/>
              <a:t>Patch the issues</a:t>
            </a:r>
          </a:p>
        </p:txBody>
      </p:sp>
      <p:pic>
        <p:nvPicPr>
          <p:cNvPr id="3" name="Resim 2" descr="metin, yazılım, bilgisayar simgesi, işletim sistemi içeren bir resim&#10;&#10;Yapay zeka tarafından oluşturulmuş içerik yanlış olabilir.">
            <a:extLst>
              <a:ext uri="{FF2B5EF4-FFF2-40B4-BE49-F238E27FC236}">
                <a16:creationId xmlns:a16="http://schemas.microsoft.com/office/drawing/2014/main" id="{EE24E627-5768-6E04-988B-9E317D64766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3263" y="1533187"/>
            <a:ext cx="9525486" cy="4738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5412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748618E9-EE2D-4864-9EEE-58939BD4FB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17D1EC0-23FF-4FC8-B22D-E34878EAA4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B929A7-258C-4469-AAB4-A67D713F7A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A635CDB-2D00-49D5-B26E-0694A25000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4288D7A-F857-418D-92F2-368E841B9F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1084F50-7F3C-4A4A-877E-FFD9EC7CD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31E64C1-F4C0-4A94-B319-BB1A0A2450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63D8374-8052-417F-AB69-B97EAC43D5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7750734-4D51-4019-A003-38A3DE49B4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71B693D1-DBA2-4D3B-9B37-D9EE8C4112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BCD3EA8-E4C0-4AF6-817F-F9F29157A4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A170FB3-B397-4AC9-85FD-65388F26D9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E5EC0B9-49C7-4777-AEC5-B5EF8DE404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7902048B-30F7-4434-87A5-140F9BB4B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500A6E2-A41C-4751-8A4E-9A0C5718D9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C259517-7BE7-45F9-81C0-3A6362BF14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0652F56-7B71-42B2-AB68-22204A6DF1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059830E-1C3D-4D42-8789-524971CB46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53325A7-86D3-4B52-A7E3-ADDF408B40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D53F46F-EC12-484C-A4E7-791E57687A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64ED9CA-8950-47B8-A9ED-22B45CE15F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4429F7B-9FD7-438F-8ECA-3FCAD00618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0C558100-D455-4B41-890C-BCC898B2D1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2886397-398A-4318-BE16-2CBAC1902F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D32A3A6-CE6E-4ABD-8522-2C8DC88C0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F9014C09-5B84-4798-8BDE-C80D76E67B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A29EB9E-ED9D-4C69-8A26-9A7A0A8305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A2899F9-1795-416F-8F3D-26EEB684DB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3043474-8625-495C-BD06-3627FD286C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D432CE47-7631-408E-8DDC-79EE378B7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2C8832D-8B8D-4036-B913-2D36314327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1CCEFEAF-E87B-4FF2-A947-94CABAA061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Right Triangle 40">
            <a:extLst>
              <a:ext uri="{FF2B5EF4-FFF2-40B4-BE49-F238E27FC236}">
                <a16:creationId xmlns:a16="http://schemas.microsoft.com/office/drawing/2014/main" id="{2437C4A8-8E3A-4ADA-93B9-64737CE1A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13B6DAC6-0186-4D62-AD69-90B9C0411E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0297160-077C-4B0C-9F1E-6519CEDB84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31F77CDE-CC8E-40E6-8745-8D7CB6208F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3FCA172-142C-4352-A938-33B43EC3BE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253BB53B-6660-4F6B-8C3C-4EAA148CFF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921D1E67-3038-4399-8F14-244731FAE3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B9A17FB9-5481-4E6D-A157-C4A1D8F297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9B5B4D4B-6074-48B5-B7D7-5B22BDC2A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DFE68CF5-4975-4F0E-98F8-E40F12E8FE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B63AD0D6-BFAB-41EE-A0DD-BFEB6844D1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A7EA9615-8E94-4E0C-BAF0-C52132326C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96A76D71-0BE7-402F-BF24-CB0154E2A0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8B18C09B-8FB5-4D88-B4FF-2090E7818F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3A06FA18-2473-40B2-8AE0-DEDDC5E9A3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F187746C-FE57-4160-B924-6B283B3323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D7337AAE-EB93-4FBD-9904-0366412607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D6FA7169-C5DB-4F02-935F-AA39EDA4B7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4195B93-DBB3-4197-8D91-A786D4753A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3F2FF9EB-46CC-4A22-AF8A-9D11BC9666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2631DADE-538C-4EA4-9D90-3AED82E01B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035A7E2F-77A0-48A1-A881-1A12940D8F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5AC39BAD-DB08-4260-BCE5-4E1FB09A44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468F31ED-A97B-4A9A-9F56-221FFB7A31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F362574E-3A61-4C31-915F-F541B7BE08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132BD431-3E1E-4528-AC59-5A23CE4CBA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7DE7131F-209C-4427-96DA-26E0E973EE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3283DFDB-6A1C-41B8-B590-9660646991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1DA3D6B3-30E3-4C45-A709-4F775DB846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8F481924-9C4A-4A91-8AB4-D796F33D73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53787DCF-DA69-4379-94AB-C361DF3260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753DC9D9-196D-4C02-982F-935945BD57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E2AF9976-A85B-4FAC-ACA0-7B4F06D180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BFD38ACD-F4A1-4970-BE99-87B0A04829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8" name="Right Triangle 77">
            <a:extLst>
              <a:ext uri="{FF2B5EF4-FFF2-40B4-BE49-F238E27FC236}">
                <a16:creationId xmlns:a16="http://schemas.microsoft.com/office/drawing/2014/main" id="{429C64BC-8915-422E-9361-EE04C48FFD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4" y="261028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Başlık 1">
            <a:extLst>
              <a:ext uri="{FF2B5EF4-FFF2-40B4-BE49-F238E27FC236}">
                <a16:creationId xmlns:a16="http://schemas.microsoft.com/office/drawing/2014/main" id="{D5740799-1B56-8A4A-6115-1C58615B2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3952" y="-1101017"/>
            <a:ext cx="5798932" cy="253436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dirty="0"/>
              <a:t>Delete the issues</a:t>
            </a:r>
          </a:p>
        </p:txBody>
      </p:sp>
      <p:pic>
        <p:nvPicPr>
          <p:cNvPr id="3" name="Resim 2" descr="metin, yazılım, bilgisayar simgesi, işletim sistemi içeren bir resim&#10;&#10;Yapay zeka tarafından oluşturulmuş içerik yanlış olabilir.">
            <a:extLst>
              <a:ext uri="{FF2B5EF4-FFF2-40B4-BE49-F238E27FC236}">
                <a16:creationId xmlns:a16="http://schemas.microsoft.com/office/drawing/2014/main" id="{535898F4-72A8-2764-FDB4-9DE3DE53BB0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1844" y="1429189"/>
            <a:ext cx="9456647" cy="4917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2023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748618E9-EE2D-4864-9EEE-58939BD4FB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17D1EC0-23FF-4FC8-B22D-E34878EAA4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B929A7-258C-4469-AAB4-A67D713F7A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A635CDB-2D00-49D5-B26E-0694A25000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4288D7A-F857-418D-92F2-368E841B9F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1084F50-7F3C-4A4A-877E-FFD9EC7CD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31E64C1-F4C0-4A94-B319-BB1A0A2450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63D8374-8052-417F-AB69-B97EAC43D5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7750734-4D51-4019-A003-38A3DE49B4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71B693D1-DBA2-4D3B-9B37-D9EE8C4112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BCD3EA8-E4C0-4AF6-817F-F9F29157A4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A170FB3-B397-4AC9-85FD-65388F26D9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E5EC0B9-49C7-4777-AEC5-B5EF8DE404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7902048B-30F7-4434-87A5-140F9BB4B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500A6E2-A41C-4751-8A4E-9A0C5718D9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C259517-7BE7-45F9-81C0-3A6362BF14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0652F56-7B71-42B2-AB68-22204A6DF1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059830E-1C3D-4D42-8789-524971CB46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53325A7-86D3-4B52-A7E3-ADDF408B40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D53F46F-EC12-484C-A4E7-791E57687A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64ED9CA-8950-47B8-A9ED-22B45CE15F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4429F7B-9FD7-438F-8ECA-3FCAD00618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0C558100-D455-4B41-890C-BCC898B2D1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2886397-398A-4318-BE16-2CBAC1902F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D32A3A6-CE6E-4ABD-8522-2C8DC88C0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F9014C09-5B84-4798-8BDE-C80D76E67B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A29EB9E-ED9D-4C69-8A26-9A7A0A8305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A2899F9-1795-416F-8F3D-26EEB684DB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3043474-8625-495C-BD06-3627FD286C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D432CE47-7631-408E-8DDC-79EE378B7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2C8832D-8B8D-4036-B913-2D36314327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1CCEFEAF-E87B-4FF2-A947-94CABAA061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Right Triangle 40">
            <a:extLst>
              <a:ext uri="{FF2B5EF4-FFF2-40B4-BE49-F238E27FC236}">
                <a16:creationId xmlns:a16="http://schemas.microsoft.com/office/drawing/2014/main" id="{2437C4A8-8E3A-4ADA-93B9-64737CE1A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13B6DAC6-0186-4D62-AD69-90B9C0411E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0297160-077C-4B0C-9F1E-6519CEDB84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31F77CDE-CC8E-40E6-8745-8D7CB6208F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3FCA172-142C-4352-A938-33B43EC3BE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253BB53B-6660-4F6B-8C3C-4EAA148CFF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921D1E67-3038-4399-8F14-244731FAE3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B9A17FB9-5481-4E6D-A157-C4A1D8F297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9B5B4D4B-6074-48B5-B7D7-5B22BDC2A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DFE68CF5-4975-4F0E-98F8-E40F12E8FE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B63AD0D6-BFAB-41EE-A0DD-BFEB6844D1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A7EA9615-8E94-4E0C-BAF0-C52132326C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96A76D71-0BE7-402F-BF24-CB0154E2A0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8B18C09B-8FB5-4D88-B4FF-2090E7818F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3A06FA18-2473-40B2-8AE0-DEDDC5E9A3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F187746C-FE57-4160-B924-6B283B3323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D7337AAE-EB93-4FBD-9904-0366412607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D6FA7169-C5DB-4F02-935F-AA39EDA4B7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4195B93-DBB3-4197-8D91-A786D4753A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3F2FF9EB-46CC-4A22-AF8A-9D11BC9666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2631DADE-538C-4EA4-9D90-3AED82E01B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035A7E2F-77A0-48A1-A881-1A12940D8F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5AC39BAD-DB08-4260-BCE5-4E1FB09A44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468F31ED-A97B-4A9A-9F56-221FFB7A31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F362574E-3A61-4C31-915F-F541B7BE08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132BD431-3E1E-4528-AC59-5A23CE4CBA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7DE7131F-209C-4427-96DA-26E0E973EE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3283DFDB-6A1C-41B8-B590-9660646991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1DA3D6B3-30E3-4C45-A709-4F775DB846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8F481924-9C4A-4A91-8AB4-D796F33D73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53787DCF-DA69-4379-94AB-C361DF3260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753DC9D9-196D-4C02-982F-935945BD57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E2AF9976-A85B-4FAC-ACA0-7B4F06D180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BFD38ACD-F4A1-4970-BE99-87B0A04829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8" name="Right Triangle 77">
            <a:extLst>
              <a:ext uri="{FF2B5EF4-FFF2-40B4-BE49-F238E27FC236}">
                <a16:creationId xmlns:a16="http://schemas.microsoft.com/office/drawing/2014/main" id="{429C64BC-8915-422E-9361-EE04C48FFD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4" y="261028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Başlık 1">
            <a:extLst>
              <a:ext uri="{FF2B5EF4-FFF2-40B4-BE49-F238E27FC236}">
                <a16:creationId xmlns:a16="http://schemas.microsoft.com/office/drawing/2014/main" id="{25D7B624-D864-0847-2654-162EBADC6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3"/>
            <a:ext cx="3930417" cy="24797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/>
              <a:t>Get the users</a:t>
            </a:r>
          </a:p>
        </p:txBody>
      </p:sp>
      <p:pic>
        <p:nvPicPr>
          <p:cNvPr id="3" name="Resim 2" descr="metin, ekran görüntüsü, yazılım, sayı, numara içeren bir resim&#10;&#10;Yapay zeka tarafından oluşturulmuş içerik yanlış olabilir.">
            <a:extLst>
              <a:ext uri="{FF2B5EF4-FFF2-40B4-BE49-F238E27FC236}">
                <a16:creationId xmlns:a16="http://schemas.microsoft.com/office/drawing/2014/main" id="{9424F9F5-679E-76CF-3E0B-4C2C61D27D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6443" y="177382"/>
            <a:ext cx="7993649" cy="659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26635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748618E9-EE2D-4864-9EEE-58939BD4FB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17D1EC0-23FF-4FC8-B22D-E34878EAA4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B929A7-258C-4469-AAB4-A67D713F7A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A635CDB-2D00-49D5-B26E-0694A25000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4288D7A-F857-418D-92F2-368E841B9F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1084F50-7F3C-4A4A-877E-FFD9EC7CD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31E64C1-F4C0-4A94-B319-BB1A0A2450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63D8374-8052-417F-AB69-B97EAC43D5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7750734-4D51-4019-A003-38A3DE49B4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71B693D1-DBA2-4D3B-9B37-D9EE8C4112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BCD3EA8-E4C0-4AF6-817F-F9F29157A4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A170FB3-B397-4AC9-85FD-65388F26D9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E5EC0B9-49C7-4777-AEC5-B5EF8DE404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7902048B-30F7-4434-87A5-140F9BB4B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500A6E2-A41C-4751-8A4E-9A0C5718D9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C259517-7BE7-45F9-81C0-3A6362BF14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0652F56-7B71-42B2-AB68-22204A6DF1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059830E-1C3D-4D42-8789-524971CB46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53325A7-86D3-4B52-A7E3-ADDF408B40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D53F46F-EC12-484C-A4E7-791E57687A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64ED9CA-8950-47B8-A9ED-22B45CE15F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4429F7B-9FD7-438F-8ECA-3FCAD00618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0C558100-D455-4B41-890C-BCC898B2D1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2886397-398A-4318-BE16-2CBAC1902F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D32A3A6-CE6E-4ABD-8522-2C8DC88C0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F9014C09-5B84-4798-8BDE-C80D76E67B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A29EB9E-ED9D-4C69-8A26-9A7A0A8305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A2899F9-1795-416F-8F3D-26EEB684DB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3043474-8625-495C-BD06-3627FD286C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D432CE47-7631-408E-8DDC-79EE378B7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2C8832D-8B8D-4036-B913-2D36314327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1CCEFEAF-E87B-4FF2-A947-94CABAA061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Right Triangle 40">
            <a:extLst>
              <a:ext uri="{FF2B5EF4-FFF2-40B4-BE49-F238E27FC236}">
                <a16:creationId xmlns:a16="http://schemas.microsoft.com/office/drawing/2014/main" id="{2437C4A8-8E3A-4ADA-93B9-64737CE1A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A173122F-D466-4F08-90FA-0038F7AC21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B19EC7B8-C390-4F1B-8960-E6D3245103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7CEE1CC1-2CD0-4957-8A12-48FA80C0CC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34901FEB-A7C2-457B-A124-AD433B0417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C76048A8-79AA-454C-BD3E-3004F74268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7B51975-25FE-4328-9815-2AA302F28A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B440B47E-6D3E-4978-B887-B53DA0BFF5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FD94D0A1-D760-40DE-B758-008B93D588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F9E590CB-0538-40D7-9CAC-1BBD39CC27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5D7C67DA-B2AA-46E2-8065-1F862A6F72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C0C2ED54-1B65-4F4A-B14B-41FC05B372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EAE5BBBC-F576-4D54-BF67-C00BB1F4F9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90D490E7-12F8-40DC-A9C1-D119667EEF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6C855383-9F21-4BDA-8FCA-22AF3D69FF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FC3E600C-E08A-418E-B30E-2B0FC15DF9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E980D58F-BD3F-4B47-9BD2-888B0D9D19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43544818-9B28-4A71-8D7B-80727A5326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101FFBC7-035F-48C5-91FA-4A4973FCD6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D6195BC5-BB4E-4F3F-8378-0B308B4252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02404171-AF5C-4FA1-9D4E-DCF75562BD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BAD45A86-9385-473D-9DBF-565E0A94AF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DBA5A228-913F-4D4F-AB25-5372936246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A87E8BFE-D92E-4EB3-ADD1-FB75CAA683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08756FCD-8335-4089-B4EE-13D629E53E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A9707D7B-937E-4DC3-87BA-B7B7042682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AB1A72DC-3F29-4488-9051-C21E1CBB7E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956DAD76-815C-4F16-98CF-8E8BE1965B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1AF2F8C5-6691-4EBD-B42E-4B17DF1ED2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D32ED14D-1C00-41C8-849C-030A1434E4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62F296F5-9867-45CA-BF0A-EF216F6A80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53B72471-9DB5-428B-AF52-E11E03B9FD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B8656B49-5277-4610-BD7B-F5D98170B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F1A47399-8F78-4DB1-BD21-1166BCB267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8" name="Right Triangle 77">
            <a:extLst>
              <a:ext uri="{FF2B5EF4-FFF2-40B4-BE49-F238E27FC236}">
                <a16:creationId xmlns:a16="http://schemas.microsoft.com/office/drawing/2014/main" id="{F952A221-69C2-46B3-890D-354CA59616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>
            <a:off x="5810332" y="-286720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Başlık 1">
            <a:extLst>
              <a:ext uri="{FF2B5EF4-FFF2-40B4-BE49-F238E27FC236}">
                <a16:creationId xmlns:a16="http://schemas.microsoft.com/office/drawing/2014/main" id="{97932F59-8EA9-E978-9BF7-FAAD665A43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071" y="722904"/>
            <a:ext cx="9821130" cy="107590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400"/>
              <a:t>Swagger UI</a:t>
            </a:r>
          </a:p>
        </p:txBody>
      </p:sp>
      <p:pic>
        <p:nvPicPr>
          <p:cNvPr id="3" name="Resim 2" descr="metin, ekran görüntüsü, sayı, numara, yazılım içeren bir resim&#10;&#10;Yapay zeka tarafından oluşturulmuş içerik yanlış olabilir.">
            <a:extLst>
              <a:ext uri="{FF2B5EF4-FFF2-40B4-BE49-F238E27FC236}">
                <a16:creationId xmlns:a16="http://schemas.microsoft.com/office/drawing/2014/main" id="{5575C2A5-C1C0-2D86-2404-F945CB5EFA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042" y="2203225"/>
            <a:ext cx="9743131" cy="4311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75549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748618E9-EE2D-4864-9EEE-58939BD4FB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17D1EC0-23FF-4FC8-B22D-E34878EAA4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B929A7-258C-4469-AAB4-A67D713F7A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A635CDB-2D00-49D5-B26E-0694A25000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4288D7A-F857-418D-92F2-368E841B9F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1084F50-7F3C-4A4A-877E-FFD9EC7CD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31E64C1-F4C0-4A94-B319-BB1A0A2450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63D8374-8052-417F-AB69-B97EAC43D5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7750734-4D51-4019-A003-38A3DE49B4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71B693D1-DBA2-4D3B-9B37-D9EE8C4112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BCD3EA8-E4C0-4AF6-817F-F9F29157A4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A170FB3-B397-4AC9-85FD-65388F26D9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E5EC0B9-49C7-4777-AEC5-B5EF8DE404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7902048B-30F7-4434-87A5-140F9BB4B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500A6E2-A41C-4751-8A4E-9A0C5718D9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C259517-7BE7-45F9-81C0-3A6362BF14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0652F56-7B71-42B2-AB68-22204A6DF1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059830E-1C3D-4D42-8789-524971CB46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53325A7-86D3-4B52-A7E3-ADDF408B40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D53F46F-EC12-484C-A4E7-791E57687A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64ED9CA-8950-47B8-A9ED-22B45CE15F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4429F7B-9FD7-438F-8ECA-3FCAD00618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0C558100-D455-4B41-890C-BCC898B2D1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2886397-398A-4318-BE16-2CBAC1902F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D32A3A6-CE6E-4ABD-8522-2C8DC88C0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F9014C09-5B84-4798-8BDE-C80D76E67B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A29EB9E-ED9D-4C69-8A26-9A7A0A8305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A2899F9-1795-416F-8F3D-26EEB684DB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3043474-8625-495C-BD06-3627FD286C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D432CE47-7631-408E-8DDC-79EE378B7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2C8832D-8B8D-4036-B913-2D36314327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1CCEFEAF-E87B-4FF2-A947-94CABAA061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Right Triangle 40">
            <a:extLst>
              <a:ext uri="{FF2B5EF4-FFF2-40B4-BE49-F238E27FC236}">
                <a16:creationId xmlns:a16="http://schemas.microsoft.com/office/drawing/2014/main" id="{2437C4A8-8E3A-4ADA-93B9-64737CE1A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13B6DAC6-0186-4D62-AD69-90B9C0411E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0297160-077C-4B0C-9F1E-6519CEDB84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31F77CDE-CC8E-40E6-8745-8D7CB6208F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3FCA172-142C-4352-A938-33B43EC3BE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253BB53B-6660-4F6B-8C3C-4EAA148CFF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921D1E67-3038-4399-8F14-244731FAE3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B9A17FB9-5481-4E6D-A157-C4A1D8F297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9B5B4D4B-6074-48B5-B7D7-5B22BDC2A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DFE68CF5-4975-4F0E-98F8-E40F12E8FE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B63AD0D6-BFAB-41EE-A0DD-BFEB6844D1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A7EA9615-8E94-4E0C-BAF0-C52132326C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96A76D71-0BE7-402F-BF24-CB0154E2A0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8B18C09B-8FB5-4D88-B4FF-2090E7818F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3A06FA18-2473-40B2-8AE0-DEDDC5E9A3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F187746C-FE57-4160-B924-6B283B3323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D7337AAE-EB93-4FBD-9904-0366412607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D6FA7169-C5DB-4F02-935F-AA39EDA4B7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4195B93-DBB3-4197-8D91-A786D4753A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3F2FF9EB-46CC-4A22-AF8A-9D11BC9666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2631DADE-538C-4EA4-9D90-3AED82E01B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035A7E2F-77A0-48A1-A881-1A12940D8F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5AC39BAD-DB08-4260-BCE5-4E1FB09A44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468F31ED-A97B-4A9A-9F56-221FFB7A31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F362574E-3A61-4C31-915F-F541B7BE08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132BD431-3E1E-4528-AC59-5A23CE4CBA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7DE7131F-209C-4427-96DA-26E0E973EE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3283DFDB-6A1C-41B8-B590-9660646991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1DA3D6B3-30E3-4C45-A709-4F775DB846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8F481924-9C4A-4A91-8AB4-D796F33D73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53787DCF-DA69-4379-94AB-C361DF3260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753DC9D9-196D-4C02-982F-935945BD57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E2AF9976-A85B-4FAC-ACA0-7B4F06D180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BFD38ACD-F4A1-4970-BE99-87B0A04829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8" name="Right Triangle 77">
            <a:extLst>
              <a:ext uri="{FF2B5EF4-FFF2-40B4-BE49-F238E27FC236}">
                <a16:creationId xmlns:a16="http://schemas.microsoft.com/office/drawing/2014/main" id="{429C64BC-8915-422E-9361-EE04C48FFD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4" y="261028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Başlık 1">
            <a:extLst>
              <a:ext uri="{FF2B5EF4-FFF2-40B4-BE49-F238E27FC236}">
                <a16:creationId xmlns:a16="http://schemas.microsoft.com/office/drawing/2014/main" id="{51DB8754-E624-B0EE-A6A6-C4238B8465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574" y="107091"/>
            <a:ext cx="3930417" cy="24797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dirty="0"/>
              <a:t>Creating a token</a:t>
            </a:r>
          </a:p>
        </p:txBody>
      </p:sp>
      <p:pic>
        <p:nvPicPr>
          <p:cNvPr id="3" name="Resim 2" descr="metin, ekran görüntüsü, yazılım, ekran, görüntüleme içeren bir resim&#10;&#10;Yapay zeka tarafından oluşturulmuş içerik yanlış olabilir.">
            <a:extLst>
              <a:ext uri="{FF2B5EF4-FFF2-40B4-BE49-F238E27FC236}">
                <a16:creationId xmlns:a16="http://schemas.microsoft.com/office/drawing/2014/main" id="{B9FE59FB-D07C-A4C2-274D-1EEEF529F5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7815" y="1121438"/>
            <a:ext cx="8503469" cy="5293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04637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748618E9-EE2D-4864-9EEE-58939BD4FB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17D1EC0-23FF-4FC8-B22D-E34878EAA4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B929A7-258C-4469-AAB4-A67D713F7A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A635CDB-2D00-49D5-B26E-0694A25000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4288D7A-F857-418D-92F2-368E841B9F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1084F50-7F3C-4A4A-877E-FFD9EC7CD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31E64C1-F4C0-4A94-B319-BB1A0A2450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63D8374-8052-417F-AB69-B97EAC43D5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7750734-4D51-4019-A003-38A3DE49B4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71B693D1-DBA2-4D3B-9B37-D9EE8C4112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BCD3EA8-E4C0-4AF6-817F-F9F29157A4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A170FB3-B397-4AC9-85FD-65388F26D9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E5EC0B9-49C7-4777-AEC5-B5EF8DE404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7902048B-30F7-4434-87A5-140F9BB4B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500A6E2-A41C-4751-8A4E-9A0C5718D9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C259517-7BE7-45F9-81C0-3A6362BF14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0652F56-7B71-42B2-AB68-22204A6DF1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059830E-1C3D-4D42-8789-524971CB46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53325A7-86D3-4B52-A7E3-ADDF408B40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D53F46F-EC12-484C-A4E7-791E57687A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64ED9CA-8950-47B8-A9ED-22B45CE15F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4429F7B-9FD7-438F-8ECA-3FCAD00618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0C558100-D455-4B41-890C-BCC898B2D1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2886397-398A-4318-BE16-2CBAC1902F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D32A3A6-CE6E-4ABD-8522-2C8DC88C0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F9014C09-5B84-4798-8BDE-C80D76E67B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A29EB9E-ED9D-4C69-8A26-9A7A0A8305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A2899F9-1795-416F-8F3D-26EEB684DB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3043474-8625-495C-BD06-3627FD286C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D432CE47-7631-408E-8DDC-79EE378B7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2C8832D-8B8D-4036-B913-2D36314327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1CCEFEAF-E87B-4FF2-A947-94CABAA061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Right Triangle 40">
            <a:extLst>
              <a:ext uri="{FF2B5EF4-FFF2-40B4-BE49-F238E27FC236}">
                <a16:creationId xmlns:a16="http://schemas.microsoft.com/office/drawing/2014/main" id="{2437C4A8-8E3A-4ADA-93B9-64737CE1A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13B6DAC6-0186-4D62-AD69-90B9C0411E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0297160-077C-4B0C-9F1E-6519CEDB84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31F77CDE-CC8E-40E6-8745-8D7CB6208F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3FCA172-142C-4352-A938-33B43EC3BE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253BB53B-6660-4F6B-8C3C-4EAA148CFF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921D1E67-3038-4399-8F14-244731FAE3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B9A17FB9-5481-4E6D-A157-C4A1D8F297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9B5B4D4B-6074-48B5-B7D7-5B22BDC2A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DFE68CF5-4975-4F0E-98F8-E40F12E8FE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B63AD0D6-BFAB-41EE-A0DD-BFEB6844D1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A7EA9615-8E94-4E0C-BAF0-C52132326C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96A76D71-0BE7-402F-BF24-CB0154E2A0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8B18C09B-8FB5-4D88-B4FF-2090E7818F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3A06FA18-2473-40B2-8AE0-DEDDC5E9A3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F187746C-FE57-4160-B924-6B283B3323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D7337AAE-EB93-4FBD-9904-0366412607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D6FA7169-C5DB-4F02-935F-AA39EDA4B7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4195B93-DBB3-4197-8D91-A786D4753A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3F2FF9EB-46CC-4A22-AF8A-9D11BC9666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2631DADE-538C-4EA4-9D90-3AED82E01B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035A7E2F-77A0-48A1-A881-1A12940D8F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5AC39BAD-DB08-4260-BCE5-4E1FB09A44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468F31ED-A97B-4A9A-9F56-221FFB7A31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F362574E-3A61-4C31-915F-F541B7BE08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132BD431-3E1E-4528-AC59-5A23CE4CBA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7DE7131F-209C-4427-96DA-26E0E973EE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3283DFDB-6A1C-41B8-B590-9660646991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1DA3D6B3-30E3-4C45-A709-4F775DB846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8F481924-9C4A-4A91-8AB4-D796F33D73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53787DCF-DA69-4379-94AB-C361DF3260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753DC9D9-196D-4C02-982F-935945BD57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E2AF9976-A85B-4FAC-ACA0-7B4F06D180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BFD38ACD-F4A1-4970-BE99-87B0A04829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8" name="Right Triangle 77">
            <a:extLst>
              <a:ext uri="{FF2B5EF4-FFF2-40B4-BE49-F238E27FC236}">
                <a16:creationId xmlns:a16="http://schemas.microsoft.com/office/drawing/2014/main" id="{429C64BC-8915-422E-9361-EE04C48FFD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4" y="261028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Başlık 1">
            <a:extLst>
              <a:ext uri="{FF2B5EF4-FFF2-40B4-BE49-F238E27FC236}">
                <a16:creationId xmlns:a16="http://schemas.microsoft.com/office/drawing/2014/main" id="{C2777BDB-345D-1071-6605-663C289C4D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3"/>
            <a:ext cx="3930417" cy="2479772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400"/>
              <a:t>Authorize with the token</a:t>
            </a:r>
          </a:p>
        </p:txBody>
      </p:sp>
      <p:pic>
        <p:nvPicPr>
          <p:cNvPr id="3" name="Resim 2" descr="metin, yazılım, ekran görüntüsü, multimedya yazılımı içeren bir resim&#10;&#10;Yapay zeka tarafından oluşturulmuş içerik yanlış olabilir.">
            <a:extLst>
              <a:ext uri="{FF2B5EF4-FFF2-40B4-BE49-F238E27FC236}">
                <a16:creationId xmlns:a16="http://schemas.microsoft.com/office/drawing/2014/main" id="{22D0D495-4532-50C2-6A09-CCA12FDA5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7419" y="2475617"/>
            <a:ext cx="8823307" cy="2580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3680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" name="Group 8">
            <a:extLst>
              <a:ext uri="{FF2B5EF4-FFF2-40B4-BE49-F238E27FC236}">
                <a16:creationId xmlns:a16="http://schemas.microsoft.com/office/drawing/2014/main" id="{748618E9-EE2D-4864-9EEE-58939BD4FB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17D1EC0-23FF-4FC8-B22D-E34878EAA4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5AB929A7-258C-4469-AAB4-A67D713F7A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DA635CDB-2D00-49D5-B26E-0694A25000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4288D7A-F857-418D-92F2-368E841B9F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084F50-7F3C-4A4A-877E-FFD9EC7CD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31E64C1-F4C0-4A94-B319-BB1A0A2450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63D8374-8052-417F-AB69-B97EAC43D5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7750734-4D51-4019-A003-38A3DE49B4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1B693D1-DBA2-4D3B-9B37-D9EE8C4112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BCD3EA8-E4C0-4AF6-817F-F9F29157A4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A170FB3-B397-4AC9-85FD-65388F26D9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E5EC0B9-49C7-4777-AEC5-B5EF8DE404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902048B-30F7-4434-87A5-140F9BB4B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0500A6E2-A41C-4751-8A4E-9A0C5718D9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C259517-7BE7-45F9-81C0-3A6362BF14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90652F56-7B71-42B2-AB68-22204A6DF1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059830E-1C3D-4D42-8789-524971CB46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53325A7-86D3-4B52-A7E3-ADDF408B40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D53F46F-EC12-484C-A4E7-791E57687A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464ED9CA-8950-47B8-A9ED-22B45CE15F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4429F7B-9FD7-438F-8ECA-3FCAD00618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0C558100-D455-4B41-890C-BCC898B2D1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F2886397-398A-4318-BE16-2CBAC1902F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D32A3A6-CE6E-4ABD-8522-2C8DC88C0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9014C09-5B84-4798-8BDE-C80D76E67B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A29EB9E-ED9D-4C69-8A26-9A7A0A8305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AA2899F9-1795-416F-8F3D-26EEB684DB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E3043474-8625-495C-BD06-3627FD286C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D432CE47-7631-408E-8DDC-79EE378B7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C8832D-8B8D-4036-B913-2D36314327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1CCEFEAF-E87B-4FF2-A947-94CABAA061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2" name="Right Triangle 41">
            <a:extLst>
              <a:ext uri="{FF2B5EF4-FFF2-40B4-BE49-F238E27FC236}">
                <a16:creationId xmlns:a16="http://schemas.microsoft.com/office/drawing/2014/main" id="{2437C4A8-8E3A-4ADA-93B9-64737CE1A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83" name="Rectangle 43">
            <a:extLst>
              <a:ext uri="{FF2B5EF4-FFF2-40B4-BE49-F238E27FC236}">
                <a16:creationId xmlns:a16="http://schemas.microsoft.com/office/drawing/2014/main" id="{A173122F-D466-4F08-90FA-0038F7AC21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84" name="Group 45">
            <a:extLst>
              <a:ext uri="{FF2B5EF4-FFF2-40B4-BE49-F238E27FC236}">
                <a16:creationId xmlns:a16="http://schemas.microsoft.com/office/drawing/2014/main" id="{B19EC7B8-C390-4F1B-8960-E6D3245103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7CEE1CC1-2CD0-4957-8A12-48FA80C0CC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34901FEB-A7C2-457B-A124-AD433B0417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C76048A8-79AA-454C-BD3E-3004F74268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77B51975-25FE-4328-9815-2AA302F28A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B440B47E-6D3E-4978-B887-B53DA0BFF5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FD94D0A1-D760-40DE-B758-008B93D588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F9E590CB-0538-40D7-9CAC-1BBD39CC27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5D7C67DA-B2AA-46E2-8065-1F862A6F72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C0C2ED54-1B65-4F4A-B14B-41FC05B372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EAE5BBBC-F576-4D54-BF67-C00BB1F4F9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90D490E7-12F8-40DC-A9C1-D119667EEF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6C855383-9F21-4BDA-8FCA-22AF3D69FF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FC3E600C-E08A-418E-B30E-2B0FC15DF9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E980D58F-BD3F-4B47-9BD2-888B0D9D19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43544818-9B28-4A71-8D7B-80727A5326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101FFBC7-035F-48C5-91FA-4A4973FCD6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D6195BC5-BB4E-4F3F-8378-0B308B4252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02404171-AF5C-4FA1-9D4E-DCF75562BD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BAD45A86-9385-473D-9DBF-565E0A94AF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DBA5A228-913F-4D4F-AB25-5372936246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A87E8BFE-D92E-4EB3-ADD1-FB75CAA683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08756FCD-8335-4089-B4EE-13D629E53E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A9707D7B-937E-4DC3-87BA-B7B7042682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AB1A72DC-3F29-4488-9051-C21E1CBB7E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956DAD76-815C-4F16-98CF-8E8BE1965B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1AF2F8C5-6691-4EBD-B42E-4B17DF1ED2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D32ED14D-1C00-41C8-849C-030A1434E4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62F296F5-9867-45CA-BF0A-EF216F6A80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53B72471-9DB5-428B-AF52-E11E03B9FD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B8656B49-5277-4610-BD7B-F5D98170B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F1A47399-8F78-4DB1-BD21-1166BCB267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5" name="Right Triangle 78">
            <a:extLst>
              <a:ext uri="{FF2B5EF4-FFF2-40B4-BE49-F238E27FC236}">
                <a16:creationId xmlns:a16="http://schemas.microsoft.com/office/drawing/2014/main" id="{F952A221-69C2-46B3-890D-354CA59616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>
            <a:off x="5810332" y="-286720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Başlık 1">
            <a:extLst>
              <a:ext uri="{FF2B5EF4-FFF2-40B4-BE49-F238E27FC236}">
                <a16:creationId xmlns:a16="http://schemas.microsoft.com/office/drawing/2014/main" id="{554B89A0-D9E2-7702-9DDA-9D53D1A7ED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071" y="722904"/>
            <a:ext cx="9821130" cy="107590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400"/>
              <a:t>AWS Integration</a:t>
            </a:r>
          </a:p>
        </p:txBody>
      </p:sp>
      <p:pic>
        <p:nvPicPr>
          <p:cNvPr id="4" name="Resim 3" descr="metin, ekran görüntüsü, yazılım içeren bir resim&#10;&#10;Yapay zeka tarafından oluşturulmuş içerik yanlış olabilir.">
            <a:extLst>
              <a:ext uri="{FF2B5EF4-FFF2-40B4-BE49-F238E27FC236}">
                <a16:creationId xmlns:a16="http://schemas.microsoft.com/office/drawing/2014/main" id="{1C7F8ADA-9122-BD9D-34B6-8D31AB435D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426" y="2968448"/>
            <a:ext cx="11260349" cy="2702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71806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B5F07F7-B7CD-7A0C-87D2-0EEABC80D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5400" dirty="0"/>
              <a:t>Links</a:t>
            </a:r>
          </a:p>
        </p:txBody>
      </p:sp>
      <p:sp>
        <p:nvSpPr>
          <p:cNvPr id="3" name="Metin kutusu 2">
            <a:extLst>
              <a:ext uri="{FF2B5EF4-FFF2-40B4-BE49-F238E27FC236}">
                <a16:creationId xmlns:a16="http://schemas.microsoft.com/office/drawing/2014/main" id="{25F9351F-0976-AA4B-95E6-8B282DE8AA06}"/>
              </a:ext>
            </a:extLst>
          </p:cNvPr>
          <p:cNvSpPr txBox="1"/>
          <p:nvPr/>
        </p:nvSpPr>
        <p:spPr>
          <a:xfrm>
            <a:off x="1017917" y="3071004"/>
            <a:ext cx="10593710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3200" dirty="0"/>
              <a:t>Site link: http://16.171.165.121:3000/</a:t>
            </a:r>
          </a:p>
          <a:p>
            <a:endParaRPr lang="tr-TR" dirty="0"/>
          </a:p>
          <a:p>
            <a:r>
              <a:rPr lang="tr-TR" sz="3200" dirty="0" err="1"/>
              <a:t>SwaggerUI</a:t>
            </a:r>
            <a:r>
              <a:rPr lang="tr-TR" sz="3200" dirty="0"/>
              <a:t> link : http://16.171.165.121:3000/api/docs/#/</a:t>
            </a:r>
          </a:p>
        </p:txBody>
      </p:sp>
    </p:spTree>
    <p:extLst>
      <p:ext uri="{BB962C8B-B14F-4D97-AF65-F5344CB8AC3E}">
        <p14:creationId xmlns:p14="http://schemas.microsoft.com/office/powerpoint/2010/main" val="12800309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748618E9-EE2D-4864-9EEE-58939BD4FB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17D1EC0-23FF-4FC8-B22D-E34878EAA4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AB929A7-258C-4469-AAB4-A67D713F7A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A635CDB-2D00-49D5-B26E-0694A25000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4288D7A-F857-418D-92F2-368E841B9F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1084F50-7F3C-4A4A-877E-FFD9EC7CD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31E64C1-F4C0-4A94-B319-BB1A0A2450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63D8374-8052-417F-AB69-B97EAC43D5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7750734-4D51-4019-A003-38A3DE49B4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1B693D1-DBA2-4D3B-9B37-D9EE8C4112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1BCD3EA8-E4C0-4AF6-817F-F9F29157A4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A170FB3-B397-4AC9-85FD-65388F26D9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E5EC0B9-49C7-4777-AEC5-B5EF8DE404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902048B-30F7-4434-87A5-140F9BB4B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0500A6E2-A41C-4751-8A4E-9A0C5718D9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C259517-7BE7-45F9-81C0-3A6362BF14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90652F56-7B71-42B2-AB68-22204A6DF1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1059830E-1C3D-4D42-8789-524971CB46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53325A7-86D3-4B52-A7E3-ADDF408B40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6D53F46F-EC12-484C-A4E7-791E57687A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64ED9CA-8950-47B8-A9ED-22B45CE15F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4429F7B-9FD7-438F-8ECA-3FCAD00618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C558100-D455-4B41-890C-BCC898B2D1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F2886397-398A-4318-BE16-2CBAC1902F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D32A3A6-CE6E-4ABD-8522-2C8DC88C0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F9014C09-5B84-4798-8BDE-C80D76E67B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2A29EB9E-ED9D-4C69-8A26-9A7A0A8305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AA2899F9-1795-416F-8F3D-26EEB684DB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E3043474-8625-495C-BD06-3627FD286C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D432CE47-7631-408E-8DDC-79EE378B7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B2C8832D-8B8D-4036-B913-2D36314327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1CCEFEAF-E87B-4FF2-A947-94CABAA061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Right Triangle 39">
            <a:extLst>
              <a:ext uri="{FF2B5EF4-FFF2-40B4-BE49-F238E27FC236}">
                <a16:creationId xmlns:a16="http://schemas.microsoft.com/office/drawing/2014/main" id="{2437C4A8-8E3A-4ADA-93B9-64737CE1A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BA6285CA-6AFA-4F27-AFB5-1B32CDE09B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DBF4C08-1E63-4DF5-8493-1C3BBDCA3B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B0172335-C8F3-4867-9911-2F5BD212C8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67BDAF4F-CC6E-411F-A8CD-919C9BF088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5DA124D5-EC6C-40E8-A453-8021DEF63F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CC7C4E89-FF36-4C86-8662-1B0DE7F21A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6728F9F7-96C0-40B6-8FEC-1204F7E578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9BF2264B-0EBB-4AE9-B192-C49A5163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980A4381-2144-4FCB-95A1-1538834F48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E0FDAAE2-E1A2-4517-838D-DB7B1BE30B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57BBB666-4FE4-459B-AA22-99776D6B02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8E23CB0F-9564-4C2B-8847-CECC117187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0A06EBC9-FF83-480F-BAFC-F11C07A109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30B19B23-13F1-4B16-9E14-7C8A6CD4BC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5E4C9EBB-4687-4958-B779-A7E68209D7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43686F2B-B045-40CC-B434-69B83AA197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764C71E8-FEA3-4F9B-AC53-A8374AA97E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85743F8F-79CE-483D-884E-4737026CEA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5687DE6-BF15-4C4D-A34A-43FE9DF281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80C30A15-74C6-479D-9415-BD3A15509B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F39D2221-2473-4D0C-867E-15E42CEDAC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A37B0AC9-52B2-49AE-B9F4-5130967F95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0DA4F0D5-4E38-4439-957C-14C7B2C44B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231DB7A2-5177-4E09-ACE9-15F56E7A02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BF7AF76B-566E-437B-9B3D-C6061B789A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80CCD94C-5468-4E4D-83E1-087C30B101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F7DE3320-D7F0-4B34-979B-D695DA2634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1961C1D5-CC28-4E56-8667-F195AC96C8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F8B42B07-3D51-413F-9B94-05C7689829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F4D497D7-863D-4842-99B7-A1B3711A97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09017E5D-F3C5-4CE7-B844-A566DFB81B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24CC2EB5-F3D5-40B2-B140-F5A643C3A3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10C7D98B-0230-4C73-9AFC-BF783AAC5C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Başlık 1">
            <a:extLst>
              <a:ext uri="{FF2B5EF4-FFF2-40B4-BE49-F238E27FC236}">
                <a16:creationId xmlns:a16="http://schemas.microsoft.com/office/drawing/2014/main" id="{D6FEDF64-5B1D-A605-B8B8-FF66BAA5EE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2775" y="1122363"/>
            <a:ext cx="9807425" cy="230663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400"/>
              <a:t>Thank you for listening</a:t>
            </a:r>
          </a:p>
        </p:txBody>
      </p:sp>
      <p:sp>
        <p:nvSpPr>
          <p:cNvPr id="77" name="Right Triangle 76">
            <a:extLst>
              <a:ext uri="{FF2B5EF4-FFF2-40B4-BE49-F238E27FC236}">
                <a16:creationId xmlns:a16="http://schemas.microsoft.com/office/drawing/2014/main" id="{1B82D339-163C-4586-A620-52BB056E6E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>
            <a:off x="5814053" y="-285756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7294256"/>
      </p:ext>
    </p:extLst>
  </p:cSld>
  <p:clrMapOvr>
    <a:masterClrMapping/>
  </p:clrMapOvr>
</p:sld>
</file>

<file path=ppt/theme/theme1.xml><?xml version="1.0" encoding="utf-8"?>
<a:theme xmlns:a="http://schemas.openxmlformats.org/drawingml/2006/main" name="CosineVTI">
  <a:themeElements>
    <a:clrScheme name="Custom 133">
      <a:dk1>
        <a:sysClr val="windowText" lastClr="000000"/>
      </a:dk1>
      <a:lt1>
        <a:sysClr val="window" lastClr="FFFFFF"/>
      </a:lt1>
      <a:dk2>
        <a:srgbClr val="2A2735"/>
      </a:dk2>
      <a:lt2>
        <a:srgbClr val="EEEEEE"/>
      </a:lt2>
      <a:accent1>
        <a:srgbClr val="1EBE9B"/>
      </a:accent1>
      <a:accent2>
        <a:srgbClr val="8F99BB"/>
      </a:accent2>
      <a:accent3>
        <a:srgbClr val="FD8686"/>
      </a:accent3>
      <a:accent4>
        <a:srgbClr val="A3A3C1"/>
      </a:accent4>
      <a:accent5>
        <a:srgbClr val="7162FE"/>
      </a:accent5>
      <a:accent6>
        <a:srgbClr val="E76445"/>
      </a:accent6>
      <a:hlink>
        <a:srgbClr val="EF08F7"/>
      </a:hlink>
      <a:folHlink>
        <a:srgbClr val="8477FE"/>
      </a:folHlink>
    </a:clrScheme>
    <a:fontScheme name="Custom 50">
      <a:majorFont>
        <a:latin typeface="Grandview"/>
        <a:ea typeface=""/>
        <a:cs typeface=""/>
      </a:majorFont>
      <a:minorFont>
        <a:latin typeface="Grandview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sineVTI" id="{4F4449D5-5E9D-4D83-9E2A-939F9CF20276}" vid="{03166EA1-370F-4321-A61E-8851365B4312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202</Words>
  <Application>Microsoft Office PowerPoint</Application>
  <PresentationFormat>Geniş ekran</PresentationFormat>
  <Paragraphs>33</Paragraphs>
  <Slides>16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3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16</vt:i4>
      </vt:variant>
    </vt:vector>
  </HeadingPairs>
  <TitlesOfParts>
    <vt:vector size="20" baseType="lpstr">
      <vt:lpstr>Arial</vt:lpstr>
      <vt:lpstr>Grandview</vt:lpstr>
      <vt:lpstr>Wingdings</vt:lpstr>
      <vt:lpstr>CosineVTI</vt:lpstr>
      <vt:lpstr>GMT-458</vt:lpstr>
      <vt:lpstr>Summary of the Project</vt:lpstr>
      <vt:lpstr>Interface</vt:lpstr>
      <vt:lpstr>Creating a token in postman</vt:lpstr>
      <vt:lpstr>Posting an issue</vt:lpstr>
      <vt:lpstr> Refreshed Interface</vt:lpstr>
      <vt:lpstr>Get the issues</vt:lpstr>
      <vt:lpstr>Patch the issues</vt:lpstr>
      <vt:lpstr>Delete the issues</vt:lpstr>
      <vt:lpstr>Get the users</vt:lpstr>
      <vt:lpstr>Swagger UI</vt:lpstr>
      <vt:lpstr>Creating a token</vt:lpstr>
      <vt:lpstr>Authorize with the token</vt:lpstr>
      <vt:lpstr>AWS Integration</vt:lpstr>
      <vt:lpstr>Links</vt:lpstr>
      <vt:lpstr>Thank you for listening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EMIRHAN BICKICI</dc:creator>
  <cp:lastModifiedBy>EMIRHAN BICKICI</cp:lastModifiedBy>
  <cp:revision>2</cp:revision>
  <dcterms:created xsi:type="dcterms:W3CDTF">2026-01-12T19:25:05Z</dcterms:created>
  <dcterms:modified xsi:type="dcterms:W3CDTF">2026-01-15T11:33:16Z</dcterms:modified>
</cp:coreProperties>
</file>