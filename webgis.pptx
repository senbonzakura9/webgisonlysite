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72" r:id="rId3"/>
    <p:sldId id="273" r:id="rId4"/>
    <p:sldId id="262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70" r:id="rId15"/>
    <p:sldId id="271" r:id="rId16"/>
    <p:sldId id="267" r:id="rId1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7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4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1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49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33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60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4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85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62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8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8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52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10">
            <a:extLst>
              <a:ext uri="{FF2B5EF4-FFF2-40B4-BE49-F238E27FC236}">
                <a16:creationId xmlns:a16="http://schemas.microsoft.com/office/drawing/2014/main" id="{55FA838A-0E6E-4C88-AD16-9F85F559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76151C-B860-4795-BFFE-F03EA5ED1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12">
              <a:extLst>
                <a:ext uri="{FF2B5EF4-FFF2-40B4-BE49-F238E27FC236}">
                  <a16:creationId xmlns:a16="http://schemas.microsoft.com/office/drawing/2014/main" id="{E09A6CDA-1F80-461D-8F38-7CB12914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DB1976-3A6B-4C16-97AC-67C792186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A8B170-F785-4124-87F7-3572171AF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79AF682-A8D7-4472-A839-942C27784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7C796E0-2433-4EC2-BC73-AE164D10E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0062F3-843F-4526-900A-D2E208793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DCB46FC-1F32-4277-859B-CA43B63EC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8221B7-2F05-4B1C-86FD-19584DC95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AF832F-AB88-42C7-B2F7-4BF3659A5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BC4C10-0437-44D7-9B16-5D65CBDE5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635B49-FBB3-46C2-9DF8-CF0075EE3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C6703F5-894D-4289-97F5-E57DD4092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005768-6A84-42F3-B812-F73EFC6A3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25">
              <a:extLst>
                <a:ext uri="{FF2B5EF4-FFF2-40B4-BE49-F238E27FC236}">
                  <a16:creationId xmlns:a16="http://schemas.microsoft.com/office/drawing/2014/main" id="{E9764DCF-F546-4CF1-AD5D-48FC34631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D4A8437-E10D-4D18-8C3F-DA4A6CF4F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16393C-72E3-4119-8F85-2BE2F3335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CE950CD-0BA2-4E8E-8A28-238F5A128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4E765B-48B0-4E85-8F07-5A919C71D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DB66722-3EF0-4F8A-9DC8-78E0707CB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F9B387-70F9-4CAC-A228-6CE60EC3F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27FA5C8-229C-44FF-B402-6F923E45C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EBC897A-E45F-4C79-AF98-0822C279A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AB8DD1-BC74-473C-A3BD-D8FB548B5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7BBCDF-045D-48C1-A45C-BEEB892B3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3A2613-A9FC-4330-8BF0-AF8AA2A23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06C82F6-F384-4FF8-8C8D-E2E8C4F3E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1AD9FE-6990-40AF-BA95-B0CB398A4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A32048C-7FE5-4B3D-9FC0-C544A1217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81D93C9-C94C-4F4C-97DA-01D1AF5E9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596736-466A-49D2-9B3C-FC567257C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4CABAFAC-26DB-5F66-D685-F06185D63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3439314"/>
            <a:ext cx="10809844" cy="1608021"/>
          </a:xfrm>
        </p:spPr>
        <p:txBody>
          <a:bodyPr anchor="t">
            <a:normAutofit/>
          </a:bodyPr>
          <a:lstStyle/>
          <a:p>
            <a:r>
              <a:rPr lang="tr-TR"/>
              <a:t>GMT-458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08BFB7A-87DC-5B83-1BDA-65E0A51A5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6744" y="5067957"/>
            <a:ext cx="4414178" cy="1075444"/>
          </a:xfrm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tr-TR" dirty="0"/>
              <a:t>Full </a:t>
            </a:r>
            <a:r>
              <a:rPr lang="tr-TR" dirty="0" err="1"/>
              <a:t>Stack</a:t>
            </a:r>
            <a:r>
              <a:rPr lang="tr-TR" dirty="0"/>
              <a:t> Web </a:t>
            </a:r>
            <a:r>
              <a:rPr lang="tr-TR" dirty="0" err="1"/>
              <a:t>Gis</a:t>
            </a:r>
            <a:r>
              <a:rPr lang="tr-TR" dirty="0"/>
              <a:t> Project</a:t>
            </a:r>
          </a:p>
          <a:p>
            <a:pPr algn="r">
              <a:lnSpc>
                <a:spcPct val="100000"/>
              </a:lnSpc>
            </a:pPr>
            <a:r>
              <a:rPr lang="tr-TR" dirty="0"/>
              <a:t>Emirhan Bıçkıcı</a:t>
            </a:r>
          </a:p>
          <a:p>
            <a:pPr algn="r">
              <a:lnSpc>
                <a:spcPct val="100000"/>
              </a:lnSpc>
            </a:pPr>
            <a:r>
              <a:rPr lang="tr-TR" dirty="0"/>
              <a:t>2210674004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7A568F-7A10-6EB5-2710-A57D8D5612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335" b="20191"/>
          <a:stretch>
            <a:fillRect/>
          </a:stretch>
        </p:blipFill>
        <p:spPr>
          <a:xfrm>
            <a:off x="-6214" y="10"/>
            <a:ext cx="12214825" cy="3267587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DB537E44-9142-4F0D-A29D-C1409784F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368205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901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1A8642-388F-5C4E-0CF4-996DECB0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-120967"/>
            <a:ext cx="10325000" cy="1442463"/>
          </a:xfrm>
        </p:spPr>
        <p:txBody>
          <a:bodyPr/>
          <a:lstStyle/>
          <a:p>
            <a:r>
              <a:rPr lang="tr-TR" dirty="0" err="1"/>
              <a:t>Summary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FF4BB4F-661B-89EF-AF21-CE02CCF8C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50783"/>
            <a:ext cx="10325000" cy="3772570"/>
          </a:xfrm>
        </p:spPr>
        <p:txBody>
          <a:bodyPr>
            <a:noAutofit/>
          </a:bodyPr>
          <a:lstStyle/>
          <a:p>
            <a:r>
              <a:rPr lang="en-US" dirty="0"/>
              <a:t>A small web app for reporting issues on </a:t>
            </a:r>
            <a:r>
              <a:rPr lang="en-US" dirty="0" err="1"/>
              <a:t>Hacettepe</a:t>
            </a:r>
            <a:r>
              <a:rPr lang="en-US" dirty="0"/>
              <a:t> University </a:t>
            </a:r>
            <a:r>
              <a:rPr lang="en-US" dirty="0" err="1"/>
              <a:t>Beytepe</a:t>
            </a:r>
            <a:r>
              <a:rPr lang="en-US" dirty="0"/>
              <a:t> Campus</a:t>
            </a:r>
            <a:r>
              <a:rPr lang="tr-TR" dirty="0"/>
              <a:t>.</a:t>
            </a:r>
          </a:p>
          <a:p>
            <a:r>
              <a:rPr lang="tr-TR" dirty="0" err="1"/>
              <a:t>Clicking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map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create</a:t>
            </a:r>
            <a:r>
              <a:rPr lang="tr-TR" dirty="0"/>
              <a:t> a marker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report</a:t>
            </a:r>
            <a:r>
              <a:rPr lang="tr-TR" dirty="0"/>
              <a:t> an </a:t>
            </a:r>
            <a:r>
              <a:rPr lang="tr-TR" dirty="0" err="1"/>
              <a:t>issue</a:t>
            </a:r>
            <a:endParaRPr lang="tr-TR" dirty="0"/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report</a:t>
            </a:r>
            <a:r>
              <a:rPr lang="tr-TR" dirty="0"/>
              <a:t> </a:t>
            </a:r>
            <a:r>
              <a:rPr lang="tr-TR" dirty="0" err="1"/>
              <a:t>contains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long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clicked</a:t>
            </a:r>
            <a:r>
              <a:rPr lang="tr-TR" dirty="0"/>
              <a:t> marker</a:t>
            </a:r>
          </a:p>
          <a:p>
            <a:r>
              <a:rPr lang="tr-TR" dirty="0"/>
              <a:t>User can </a:t>
            </a:r>
            <a:r>
              <a:rPr lang="tr-TR" dirty="0" err="1"/>
              <a:t>describe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issue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report</a:t>
            </a:r>
            <a:r>
              <a:rPr lang="tr-TR" dirty="0"/>
              <a:t>.</a:t>
            </a:r>
          </a:p>
          <a:p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3 </a:t>
            </a:r>
            <a:r>
              <a:rPr lang="tr-TR" dirty="0" err="1"/>
              <a:t>roles</a:t>
            </a:r>
            <a:r>
              <a:rPr lang="tr-TR" dirty="0"/>
              <a:t>; </a:t>
            </a:r>
            <a:r>
              <a:rPr lang="tr-TR" dirty="0" err="1"/>
              <a:t>admin,student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staff</a:t>
            </a:r>
            <a:endParaRPr lang="tr-TR" dirty="0"/>
          </a:p>
          <a:p>
            <a:r>
              <a:rPr lang="en-US" dirty="0"/>
              <a:t>Student</a:t>
            </a:r>
            <a:r>
              <a:rPr lang="tr-TR" dirty="0"/>
              <a:t>s</a:t>
            </a:r>
            <a:r>
              <a:rPr lang="en-US" dirty="0"/>
              <a:t> </a:t>
            </a:r>
            <a:r>
              <a:rPr lang="tr-TR" dirty="0"/>
              <a:t>can c</a:t>
            </a:r>
            <a:r>
              <a:rPr lang="en-US" dirty="0" err="1"/>
              <a:t>reate</a:t>
            </a:r>
            <a:r>
              <a:rPr lang="en-US" dirty="0"/>
              <a:t> </a:t>
            </a:r>
            <a:r>
              <a:rPr lang="tr-TR" dirty="0"/>
              <a:t>a </a:t>
            </a:r>
            <a:r>
              <a:rPr lang="en-US" dirty="0"/>
              <a:t>repo</a:t>
            </a:r>
            <a:r>
              <a:rPr lang="tr-TR" dirty="0" err="1"/>
              <a:t>rt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en-US" dirty="0"/>
              <a:t> </a:t>
            </a:r>
            <a:r>
              <a:rPr lang="tr-TR" dirty="0"/>
              <a:t>e</a:t>
            </a:r>
            <a:r>
              <a:rPr lang="en-US" dirty="0" err="1"/>
              <a:t>dit</a:t>
            </a:r>
            <a:r>
              <a:rPr lang="en-US" dirty="0"/>
              <a:t>/delete</a:t>
            </a:r>
            <a:r>
              <a:rPr lang="tr-TR" dirty="0"/>
              <a:t> </a:t>
            </a:r>
            <a:r>
              <a:rPr lang="en-US" dirty="0"/>
              <a:t>own</a:t>
            </a:r>
            <a:r>
              <a:rPr lang="tr-TR" dirty="0"/>
              <a:t> </a:t>
            </a:r>
            <a:r>
              <a:rPr lang="en-US" dirty="0"/>
              <a:t>reports </a:t>
            </a:r>
            <a:endParaRPr lang="tr-TR" dirty="0"/>
          </a:p>
          <a:p>
            <a:r>
              <a:rPr lang="tr-TR" dirty="0" err="1"/>
              <a:t>Students</a:t>
            </a:r>
            <a:r>
              <a:rPr lang="tr-TR" dirty="0"/>
              <a:t> can </a:t>
            </a:r>
            <a:r>
              <a:rPr lang="en-US" dirty="0"/>
              <a:t>only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report’s</a:t>
            </a:r>
            <a:r>
              <a:rPr lang="tr-TR" dirty="0"/>
              <a:t> </a:t>
            </a:r>
            <a:r>
              <a:rPr lang="tr-TR" dirty="0" err="1"/>
              <a:t>status</a:t>
            </a:r>
            <a:r>
              <a:rPr lang="tr-TR" dirty="0"/>
              <a:t> as </a:t>
            </a:r>
            <a:r>
              <a:rPr lang="en-US" dirty="0"/>
              <a:t> </a:t>
            </a:r>
            <a:r>
              <a:rPr lang="tr-TR" dirty="0"/>
              <a:t>(</a:t>
            </a:r>
            <a:r>
              <a:rPr lang="en-US" dirty="0"/>
              <a:t>open / </a:t>
            </a:r>
            <a:r>
              <a:rPr lang="en-US" dirty="0" err="1"/>
              <a:t>in_progress</a:t>
            </a:r>
            <a:r>
              <a:rPr lang="en-US" dirty="0"/>
              <a:t>)</a:t>
            </a:r>
            <a:endParaRPr lang="tr-TR" dirty="0"/>
          </a:p>
          <a:p>
            <a:r>
              <a:rPr lang="en-US" dirty="0"/>
              <a:t>Staff </a:t>
            </a:r>
            <a:r>
              <a:rPr lang="tr-TR" dirty="0"/>
              <a:t>c</a:t>
            </a:r>
            <a:r>
              <a:rPr lang="en-US" dirty="0"/>
              <a:t>an update status and assignment for any report</a:t>
            </a:r>
            <a:endParaRPr lang="tr-TR" dirty="0"/>
          </a:p>
          <a:p>
            <a:r>
              <a:rPr lang="en-US" dirty="0"/>
              <a:t>Admin</a:t>
            </a:r>
            <a:r>
              <a:rPr lang="tr-TR" dirty="0"/>
              <a:t> has f</a:t>
            </a:r>
            <a:r>
              <a:rPr lang="en-US" dirty="0" err="1"/>
              <a:t>ull</a:t>
            </a:r>
            <a:r>
              <a:rPr lang="en-US" dirty="0"/>
              <a:t> access (users + reports)</a:t>
            </a:r>
            <a:endParaRPr lang="tr-TR" dirty="0"/>
          </a:p>
          <a:p>
            <a:r>
              <a:rPr lang="tr-TR" dirty="0" err="1"/>
              <a:t>Managing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user </a:t>
            </a:r>
            <a:r>
              <a:rPr lang="tr-TR" dirty="0" err="1"/>
              <a:t>types</a:t>
            </a:r>
            <a:r>
              <a:rPr lang="tr-TR" dirty="0"/>
              <a:t> , </a:t>
            </a:r>
            <a:r>
              <a:rPr lang="tr-TR" dirty="0" err="1"/>
              <a:t>Crud</a:t>
            </a:r>
            <a:r>
              <a:rPr lang="tr-TR" dirty="0"/>
              <a:t> </a:t>
            </a:r>
            <a:r>
              <a:rPr lang="tr-TR" dirty="0" err="1"/>
              <a:t>operations</a:t>
            </a:r>
            <a:r>
              <a:rPr lang="tr-TR" dirty="0"/>
              <a:t>, </a:t>
            </a:r>
            <a:r>
              <a:rPr lang="tr-TR" dirty="0" err="1"/>
              <a:t>Authentication</a:t>
            </a:r>
            <a:r>
              <a:rPr lang="tr-TR" dirty="0"/>
              <a:t>, </a:t>
            </a:r>
            <a:r>
              <a:rPr lang="tr-TR" dirty="0" err="1"/>
              <a:t>Api</a:t>
            </a:r>
            <a:r>
              <a:rPr lang="tr-TR" dirty="0"/>
              <a:t> </a:t>
            </a:r>
            <a:r>
              <a:rPr lang="tr-TR" dirty="0" err="1"/>
              <a:t>development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AWS </a:t>
            </a:r>
            <a:r>
              <a:rPr lang="tr-TR" dirty="0" err="1"/>
              <a:t>integration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carried</a:t>
            </a:r>
            <a:r>
              <a:rPr lang="tr-TR" dirty="0"/>
              <a:t> </a:t>
            </a:r>
            <a:r>
              <a:rPr lang="tr-TR" dirty="0" err="1"/>
              <a:t>out</a:t>
            </a:r>
            <a:r>
              <a:rPr lang="tr-TR" dirty="0"/>
              <a:t> in </a:t>
            </a:r>
            <a:r>
              <a:rPr lang="tr-TR" dirty="0" err="1"/>
              <a:t>this</a:t>
            </a:r>
            <a:r>
              <a:rPr lang="tr-TR" dirty="0"/>
              <a:t> Project.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1551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7D0DF9-96A6-0CD7-3E51-89D2B6AE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88" y="-400833"/>
            <a:ext cx="10325000" cy="1442463"/>
          </a:xfrm>
        </p:spPr>
        <p:txBody>
          <a:bodyPr/>
          <a:lstStyle/>
          <a:p>
            <a:r>
              <a:rPr lang="tr-TR" dirty="0" err="1"/>
              <a:t>Interface</a:t>
            </a:r>
            <a:endParaRPr lang="tr-TR" dirty="0"/>
          </a:p>
        </p:txBody>
      </p:sp>
      <p:pic>
        <p:nvPicPr>
          <p:cNvPr id="5" name="İçerik Yer Tutucusu 4" descr="metin, ekran görüntüsü, harita, atlas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D6C8530-C2C6-1CD1-C419-AE5FA4BDE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2186" y="1442463"/>
            <a:ext cx="10353890" cy="498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0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2EFE088-A8EB-5172-807C-EC312073E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Creating a token in postman</a:t>
            </a:r>
          </a:p>
        </p:txBody>
      </p:sp>
      <p:pic>
        <p:nvPicPr>
          <p:cNvPr id="3" name="Resim 2" descr="metin, ekran görüntüsü, yazılım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AC5272C-3368-373A-0540-BE6BCBEE9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632" y="399718"/>
            <a:ext cx="7558943" cy="638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4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82" name="Rectangle 4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3" name="Group 4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0F47CCE-D571-6DE8-8010-580FF184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Posting an issue</a:t>
            </a:r>
          </a:p>
        </p:txBody>
      </p:sp>
      <p:pic>
        <p:nvPicPr>
          <p:cNvPr id="3" name="Resim 2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4C314AC-3074-A2A5-DB72-FC56B80ED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717" y="343432"/>
            <a:ext cx="7954307" cy="61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21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BDEB789-31D6-FFCD-80AA-47EE9E07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32" y="185957"/>
            <a:ext cx="3930417" cy="24797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tr-TR" sz="5400" dirty="0"/>
            </a:br>
            <a:r>
              <a:rPr lang="tr-TR" sz="5400" dirty="0" err="1"/>
              <a:t>Refreshed</a:t>
            </a:r>
            <a:br>
              <a:rPr lang="tr-TR" sz="5400" dirty="0"/>
            </a:br>
            <a:r>
              <a:rPr lang="tr-TR" sz="5400" dirty="0" err="1"/>
              <a:t>Interface</a:t>
            </a:r>
            <a:endParaRPr lang="en-US" sz="5400" dirty="0"/>
          </a:p>
        </p:txBody>
      </p:sp>
      <p:pic>
        <p:nvPicPr>
          <p:cNvPr id="3" name="Resim 2" descr="metin, ekran görüntüsü, harita, atlas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46E2B2C-2AD3-6230-3493-DD1D33F1EF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245" y="1664271"/>
            <a:ext cx="8661227" cy="391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8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858C5FB-A28A-D1C6-D20D-B299A7C36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19" y="722917"/>
            <a:ext cx="5798932" cy="25343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Get the issues</a:t>
            </a:r>
          </a:p>
        </p:txBody>
      </p:sp>
      <p:pic>
        <p:nvPicPr>
          <p:cNvPr id="3" name="Resim 2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95EFD47-CBD6-619A-366A-EC0CA562F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213" y="722902"/>
            <a:ext cx="7020198" cy="579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32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7CE8217-50E7-E2F7-B31F-DB7E97C7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41" y="-1105181"/>
            <a:ext cx="5798932" cy="25343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Patch the issues</a:t>
            </a:r>
          </a:p>
        </p:txBody>
      </p:sp>
      <p:pic>
        <p:nvPicPr>
          <p:cNvPr id="3" name="Resim 2" descr="metin, yazılım, bilgisayar simgesi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E24E627-5768-6E04-988B-9E317D647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263" y="1533187"/>
            <a:ext cx="9525486" cy="473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54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5740799-1B56-8A4A-6115-1C58615B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52" y="-1101017"/>
            <a:ext cx="5798932" cy="25343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Delete the issues</a:t>
            </a:r>
          </a:p>
        </p:txBody>
      </p:sp>
      <p:pic>
        <p:nvPicPr>
          <p:cNvPr id="3" name="Resim 2" descr="metin, yazılım, bilgisayar simgesi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5898F4-72A8-2764-FDB4-9DE3DE53BB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844" y="1429189"/>
            <a:ext cx="9456647" cy="491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02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5D7B624-D864-0847-2654-162EBADC6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Get the users</a:t>
            </a:r>
          </a:p>
        </p:txBody>
      </p:sp>
      <p:pic>
        <p:nvPicPr>
          <p:cNvPr id="3" name="Resim 2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424F9F5-679E-76CF-3E0B-4C2C61D27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443" y="177382"/>
            <a:ext cx="7993649" cy="659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63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7932F59-8EA9-E978-9BF7-FAAD665A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Swagger UI</a:t>
            </a:r>
          </a:p>
        </p:txBody>
      </p:sp>
      <p:pic>
        <p:nvPicPr>
          <p:cNvPr id="3" name="Resim 2" descr="metin, ekran görüntüsü, sayı, numara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575C2A5-C1C0-2D86-2404-F945CB5EF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42" y="2203225"/>
            <a:ext cx="9743131" cy="431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54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1DB8754-E624-B0EE-A6A6-C4238B84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74" y="107091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Creating a token</a:t>
            </a:r>
          </a:p>
        </p:txBody>
      </p:sp>
      <p:pic>
        <p:nvPicPr>
          <p:cNvPr id="3" name="Resim 2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9FE59FB-D07C-A4C2-274D-1EEEF529F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815" y="1121438"/>
            <a:ext cx="8503469" cy="529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63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2777BDB-345D-1071-6605-663C289C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Authorize with the token</a:t>
            </a:r>
          </a:p>
        </p:txBody>
      </p:sp>
      <p:pic>
        <p:nvPicPr>
          <p:cNvPr id="3" name="Resim 2" descr="metin, yazılım, ekran görüntüsü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2D0D495-4532-50C2-6A09-CCA12FDA5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419" y="2475617"/>
            <a:ext cx="8823307" cy="258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8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ight Triangle 41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83" name="Rectangle 43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4" name="Group 45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Right Triangle 78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54B89A0-D9E2-7702-9DDA-9D53D1A7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AWS Integration</a:t>
            </a:r>
          </a:p>
        </p:txBody>
      </p:sp>
      <p:pic>
        <p:nvPicPr>
          <p:cNvPr id="4" name="Resim 3" descr="metin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C7F8ADA-9122-BD9D-34B6-8D31AB435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26" y="2968448"/>
            <a:ext cx="11260349" cy="270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80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5F07F7-B7CD-7A0C-87D2-0EEABC80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400" dirty="0"/>
              <a:t>Links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5F9351F-0976-AA4B-95E6-8B282DE8AA06}"/>
              </a:ext>
            </a:extLst>
          </p:cNvPr>
          <p:cNvSpPr txBox="1"/>
          <p:nvPr/>
        </p:nvSpPr>
        <p:spPr>
          <a:xfrm>
            <a:off x="1017917" y="3071004"/>
            <a:ext cx="928202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Site link:</a:t>
            </a:r>
          </a:p>
          <a:p>
            <a:endParaRPr lang="tr-TR" dirty="0"/>
          </a:p>
          <a:p>
            <a:r>
              <a:rPr lang="tr-TR" sz="3200" dirty="0" err="1"/>
              <a:t>SwaggerUI</a:t>
            </a:r>
            <a:r>
              <a:rPr lang="tr-TR" sz="3200" dirty="0"/>
              <a:t> link :</a:t>
            </a:r>
          </a:p>
        </p:txBody>
      </p:sp>
    </p:spTree>
    <p:extLst>
      <p:ext uri="{BB962C8B-B14F-4D97-AF65-F5344CB8AC3E}">
        <p14:creationId xmlns:p14="http://schemas.microsoft.com/office/powerpoint/2010/main" val="1280030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DBF4C08-1E63-4DF5-8493-1C3BBDCA3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0172335-C8F3-4867-9911-2F5BD212C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7BDAF4F-CC6E-411F-A8CD-919C9BF08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DA124D5-EC6C-40E8-A453-8021DEF63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C7C4E89-FF36-4C86-8662-1B0DE7F21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728F9F7-96C0-40B6-8FEC-1204F7E5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BF2264B-0EBB-4AE9-B192-C49A5163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80A4381-2144-4FCB-95A1-1538834F4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0FDAAE2-E1A2-4517-838D-DB7B1BE30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7BBB666-4FE4-459B-AA22-99776D6B0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E23CB0F-9564-4C2B-8847-CECC117187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A06EBC9-FF83-480F-BAFC-F11C07A10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0B19B23-13F1-4B16-9E14-7C8A6CD4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E4C9EBB-4687-4958-B779-A7E68209D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3686F2B-B045-40CC-B434-69B83AA19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64C71E8-FEA3-4F9B-AC53-A8374AA97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5743F8F-79CE-483D-884E-4737026CE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687DE6-BF15-4C4D-A34A-43FE9DF28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0C30A15-74C6-479D-9415-BD3A15509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39D2221-2473-4D0C-867E-15E42CEDA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37B0AC9-52B2-49AE-B9F4-5130967F9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DA4F0D5-4E38-4439-957C-14C7B2C44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31DB7A2-5177-4E09-ACE9-15F56E7A0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7AF76B-566E-437B-9B3D-C6061B7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0CCD94C-5468-4E4D-83E1-087C30B10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7DE3320-D7F0-4B34-979B-D695DA263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961C1D5-CC28-4E56-8667-F195AC96C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8B42B07-3D51-413F-9B94-05C768982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4D497D7-863D-4842-99B7-A1B3711A9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9017E5D-F3C5-4CE7-B844-A566DFB81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4CC2EB5-F3D5-40B2-B140-F5A643C3A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0C7D98B-0230-4C73-9AFC-BF783AAC5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D6FEDF64-5B1D-A605-B8B8-FF66BAA5E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775" y="1122363"/>
            <a:ext cx="9807425" cy="23066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Thank you for listening</a:t>
            </a: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1B82D339-163C-4586-A620-52BB056E6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4053" y="-28575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294256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190</Words>
  <Application>Microsoft Office PowerPoint</Application>
  <PresentationFormat>Geniş ekran</PresentationFormat>
  <Paragraphs>33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0" baseType="lpstr">
      <vt:lpstr>Arial</vt:lpstr>
      <vt:lpstr>Grandview</vt:lpstr>
      <vt:lpstr>Wingdings</vt:lpstr>
      <vt:lpstr>CosineVTI</vt:lpstr>
      <vt:lpstr>GMT-458</vt:lpstr>
      <vt:lpstr>Summary of the Project</vt:lpstr>
      <vt:lpstr>Interface</vt:lpstr>
      <vt:lpstr>Creating a token in postman</vt:lpstr>
      <vt:lpstr>Posting an issue</vt:lpstr>
      <vt:lpstr> Refreshed Interface</vt:lpstr>
      <vt:lpstr>Get the issues</vt:lpstr>
      <vt:lpstr>Patch the issues</vt:lpstr>
      <vt:lpstr>Delete the issues</vt:lpstr>
      <vt:lpstr>Get the users</vt:lpstr>
      <vt:lpstr>Swagger UI</vt:lpstr>
      <vt:lpstr>Creating a token</vt:lpstr>
      <vt:lpstr>Authorize with the token</vt:lpstr>
      <vt:lpstr>AWS Integration</vt:lpstr>
      <vt:lpstr>Links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EMIRHAN BICKICI</dc:creator>
  <cp:lastModifiedBy>EMIRHAN BICKICI</cp:lastModifiedBy>
  <cp:revision>1</cp:revision>
  <dcterms:created xsi:type="dcterms:W3CDTF">2026-01-12T19:25:05Z</dcterms:created>
  <dcterms:modified xsi:type="dcterms:W3CDTF">2026-01-12T20:03:38Z</dcterms:modified>
</cp:coreProperties>
</file>